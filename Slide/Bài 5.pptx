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6" r:id="rId1"/>
  </p:sldMasterIdLst>
  <p:notesMasterIdLst>
    <p:notesMasterId r:id="rId12"/>
  </p:notesMasterIdLst>
  <p:sldIdLst>
    <p:sldId id="256" r:id="rId2"/>
    <p:sldId id="257" r:id="rId3"/>
    <p:sldId id="260" r:id="rId4"/>
    <p:sldId id="422" r:id="rId5"/>
    <p:sldId id="423" r:id="rId6"/>
    <p:sldId id="424" r:id="rId7"/>
    <p:sldId id="267" r:id="rId8"/>
    <p:sldId id="426" r:id="rId9"/>
    <p:sldId id="425" r:id="rId10"/>
    <p:sldId id="427" r:id="rId11"/>
  </p:sldIdLst>
  <p:sldSz cx="12192000" cy="6858000"/>
  <p:notesSz cx="6858000" cy="9144000"/>
  <p:embeddedFontLst>
    <p:embeddedFont>
      <p:font typeface="Impact" panose="020B0806030902050204" pitchFamily="34" charset="0"/>
      <p:regular r:id="rId13"/>
    </p:embeddedFont>
    <p:embeddedFont>
      <p:font typeface="Trebuchet MS" panose="020B0603020202020204" pitchFamily="34" charset="0"/>
      <p:regular r:id="rId14"/>
      <p:bold r:id="rId15"/>
      <p:italic r:id="rId16"/>
      <p:boldItalic r:id="rId17"/>
    </p:embeddedFont>
    <p:embeddedFont>
      <p:font typeface="Wingdings 3" panose="05040102010807070707" pitchFamily="18" charset="2"/>
      <p:regular r:id="rId18"/>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60" roundtripDataSignature="AMtx7mhrTw11pZgumZFE/jrXWOBqTLd87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91F6B73-016E-4EF7-82AD-10CAB8160629}">
  <a:tblStyle styleId="{791F6B73-016E-4EF7-82AD-10CAB8160629}"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08" autoAdjust="0"/>
    <p:restoredTop sz="94660"/>
  </p:normalViewPr>
  <p:slideViewPr>
    <p:cSldViewPr snapToGrid="0">
      <p:cViewPr varScale="1">
        <p:scale>
          <a:sx n="103" d="100"/>
          <a:sy n="103" d="100"/>
        </p:scale>
        <p:origin x="894" y="11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16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162"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4.fntdata"/><Relationship Id="rId16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60" Type="http://customschemas.google.com/relationships/presentationmetadata" Target="metadata"/><Relationship Id="rId10" Type="http://schemas.openxmlformats.org/officeDocument/2006/relationships/slide" Target="slides/slide9.xml"/><Relationship Id="rId16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 name="Google Shape;6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 name="Google Shape;7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 name="Google Shape;185;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a:extLst>
            <a:ext uri="{FF2B5EF4-FFF2-40B4-BE49-F238E27FC236}">
              <a16:creationId xmlns:a16="http://schemas.microsoft.com/office/drawing/2014/main" id="{F35DBE99-AF6E-F139-D843-DE1F3EF8D3D9}"/>
            </a:ext>
          </a:extLst>
        </p:cNvPr>
        <p:cNvGrpSpPr/>
        <p:nvPr/>
      </p:nvGrpSpPr>
      <p:grpSpPr>
        <a:xfrm>
          <a:off x="0" y="0"/>
          <a:ext cx="0" cy="0"/>
          <a:chOff x="0" y="0"/>
          <a:chExt cx="0" cy="0"/>
        </a:xfrm>
      </p:grpSpPr>
      <p:sp>
        <p:nvSpPr>
          <p:cNvPr id="184" name="Google Shape;184;p5:notes">
            <a:extLst>
              <a:ext uri="{FF2B5EF4-FFF2-40B4-BE49-F238E27FC236}">
                <a16:creationId xmlns:a16="http://schemas.microsoft.com/office/drawing/2014/main" id="{F7795E12-E2A5-30F0-5904-2358C75E316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 name="Google Shape;185;p5:notes">
            <a:extLst>
              <a:ext uri="{FF2B5EF4-FFF2-40B4-BE49-F238E27FC236}">
                <a16:creationId xmlns:a16="http://schemas.microsoft.com/office/drawing/2014/main" id="{0566A5F8-6CB6-E556-DFB3-CD049FAC01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28877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a:extLst>
            <a:ext uri="{FF2B5EF4-FFF2-40B4-BE49-F238E27FC236}">
              <a16:creationId xmlns:a16="http://schemas.microsoft.com/office/drawing/2014/main" id="{4C76AF73-01C9-22B9-67C2-46E11BE70608}"/>
            </a:ext>
          </a:extLst>
        </p:cNvPr>
        <p:cNvGrpSpPr/>
        <p:nvPr/>
      </p:nvGrpSpPr>
      <p:grpSpPr>
        <a:xfrm>
          <a:off x="0" y="0"/>
          <a:ext cx="0" cy="0"/>
          <a:chOff x="0" y="0"/>
          <a:chExt cx="0" cy="0"/>
        </a:xfrm>
      </p:grpSpPr>
      <p:sp>
        <p:nvSpPr>
          <p:cNvPr id="184" name="Google Shape;184;p5:notes">
            <a:extLst>
              <a:ext uri="{FF2B5EF4-FFF2-40B4-BE49-F238E27FC236}">
                <a16:creationId xmlns:a16="http://schemas.microsoft.com/office/drawing/2014/main" id="{C23CE287-FC9E-09AF-62E6-B17D2E6896A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 name="Google Shape;185;p5:notes">
            <a:extLst>
              <a:ext uri="{FF2B5EF4-FFF2-40B4-BE49-F238E27FC236}">
                <a16:creationId xmlns:a16="http://schemas.microsoft.com/office/drawing/2014/main" id="{82726FE6-5976-EE0C-E3C2-F199A921624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218606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a:extLst>
            <a:ext uri="{FF2B5EF4-FFF2-40B4-BE49-F238E27FC236}">
              <a16:creationId xmlns:a16="http://schemas.microsoft.com/office/drawing/2014/main" id="{4C76AF73-01C9-22B9-67C2-46E11BE70608}"/>
            </a:ext>
          </a:extLst>
        </p:cNvPr>
        <p:cNvGrpSpPr/>
        <p:nvPr/>
      </p:nvGrpSpPr>
      <p:grpSpPr>
        <a:xfrm>
          <a:off x="0" y="0"/>
          <a:ext cx="0" cy="0"/>
          <a:chOff x="0" y="0"/>
          <a:chExt cx="0" cy="0"/>
        </a:xfrm>
      </p:grpSpPr>
      <p:sp>
        <p:nvSpPr>
          <p:cNvPr id="184" name="Google Shape;184;p5:notes">
            <a:extLst>
              <a:ext uri="{FF2B5EF4-FFF2-40B4-BE49-F238E27FC236}">
                <a16:creationId xmlns:a16="http://schemas.microsoft.com/office/drawing/2014/main" id="{C23CE287-FC9E-09AF-62E6-B17D2E6896A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 name="Google Shape;185;p5:notes">
            <a:extLst>
              <a:ext uri="{FF2B5EF4-FFF2-40B4-BE49-F238E27FC236}">
                <a16:creationId xmlns:a16="http://schemas.microsoft.com/office/drawing/2014/main" id="{82726FE6-5976-EE0C-E3C2-F199A921624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496651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6" name="Google Shape;396;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6" name="Google Shape;396;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932323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6" name="Google Shape;396;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70746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6" name="Google Shape;396;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09535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9956931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8600625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33206584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20673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253404690"/>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165346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296162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935593320"/>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38559581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97013031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39117024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006596097"/>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14874148"/>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143468065"/>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282070796"/>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302104436"/>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763397001"/>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18" r:id="rId12"/>
    <p:sldLayoutId id="2147483719" r:id="rId13"/>
    <p:sldLayoutId id="2147483720" r:id="rId14"/>
    <p:sldLayoutId id="2147483721" r:id="rId15"/>
    <p:sldLayoutId id="2147483722" r:id="rId16"/>
  </p:sldLayoutIdLst>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sldNum="0"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4" name="Google Shape;64;p1"/>
          <p:cNvSpPr txBox="1"/>
          <p:nvPr/>
        </p:nvSpPr>
        <p:spPr>
          <a:xfrm>
            <a:off x="1676400" y="2819400"/>
            <a:ext cx="8915400" cy="92333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6000" b="0" i="0" u="none" strike="noStrike" cap="none" dirty="0">
                <a:solidFill>
                  <a:srgbClr val="154A8D"/>
                </a:solidFill>
                <a:latin typeface="Arial"/>
                <a:ea typeface="Arial"/>
                <a:cs typeface="Arial"/>
                <a:sym typeface="Arial"/>
              </a:rPr>
              <a:t>Java Backend</a:t>
            </a:r>
            <a:endParaRPr sz="6000" b="0" i="0" u="none" strike="noStrike" cap="none" dirty="0">
              <a:solidFill>
                <a:srgbClr val="154A8D"/>
              </a:solidFill>
              <a:latin typeface="Arial"/>
              <a:ea typeface="Arial"/>
              <a:cs typeface="Arial"/>
              <a:sym typeface="Arial"/>
            </a:endParaRPr>
          </a:p>
        </p:txBody>
      </p:sp>
      <p:pic>
        <p:nvPicPr>
          <p:cNvPr id="66" name="Google Shape;66;p1"/>
          <p:cNvPicPr preferRelativeResize="0"/>
          <p:nvPr/>
        </p:nvPicPr>
        <p:blipFill rotWithShape="1">
          <a:blip r:embed="rId3">
            <a:alphaModFix/>
          </a:blip>
          <a:srcRect/>
          <a:stretch/>
        </p:blipFill>
        <p:spPr>
          <a:xfrm>
            <a:off x="5162022" y="914400"/>
            <a:ext cx="7445124" cy="5029200"/>
          </a:xfrm>
          <a:prstGeom prst="rect">
            <a:avLst/>
          </a:prstGeom>
          <a:noFill/>
          <a:ln>
            <a:noFill/>
          </a:ln>
        </p:spPr>
      </p:pic>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grpSp>
        <p:nvGrpSpPr>
          <p:cNvPr id="75" name="Google Shape;75;p2"/>
          <p:cNvGrpSpPr/>
          <p:nvPr/>
        </p:nvGrpSpPr>
        <p:grpSpPr>
          <a:xfrm>
            <a:off x="358627" y="2689935"/>
            <a:ext cx="1930140" cy="1756753"/>
            <a:chOff x="2553093" y="952901"/>
            <a:chExt cx="2096908" cy="1866900"/>
          </a:xfrm>
        </p:grpSpPr>
        <p:sp>
          <p:nvSpPr>
            <p:cNvPr id="76" name="Google Shape;76;p2"/>
            <p:cNvSpPr/>
            <p:nvPr/>
          </p:nvSpPr>
          <p:spPr>
            <a:xfrm>
              <a:off x="2553093" y="952901"/>
              <a:ext cx="1866900" cy="1866900"/>
            </a:xfrm>
            <a:prstGeom prst="ellipse">
              <a:avLst/>
            </a:prstGeom>
            <a:gradFill>
              <a:gsLst>
                <a:gs pos="0">
                  <a:srgbClr val="F5F5F5"/>
                </a:gs>
                <a:gs pos="100000">
                  <a:srgbClr val="D8D8D8"/>
                </a:gs>
              </a:gsLst>
              <a:lin ang="2700000" scaled="0"/>
            </a:gradFill>
            <a:ln w="22225"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rgbClr val="FFFFFF"/>
                </a:solidFill>
                <a:latin typeface="Arial"/>
                <a:ea typeface="Arial"/>
                <a:cs typeface="Arial"/>
                <a:sym typeface="Arial"/>
              </a:endParaRPr>
            </a:p>
          </p:txBody>
        </p:sp>
        <p:sp>
          <p:nvSpPr>
            <p:cNvPr id="77" name="Google Shape;77;p2"/>
            <p:cNvSpPr/>
            <p:nvPr/>
          </p:nvSpPr>
          <p:spPr>
            <a:xfrm>
              <a:off x="3008704" y="1150504"/>
              <a:ext cx="1429346" cy="1429345"/>
            </a:xfrm>
            <a:prstGeom prst="ellipse">
              <a:avLst/>
            </a:prstGeom>
            <a:solidFill>
              <a:srgbClr val="F2F2F2"/>
            </a:solidFill>
            <a:ln w="22225"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rgbClr val="FFFFFF"/>
                </a:solidFill>
                <a:latin typeface="Arial"/>
                <a:ea typeface="Arial"/>
                <a:cs typeface="Arial"/>
                <a:sym typeface="Arial"/>
              </a:endParaRPr>
            </a:p>
          </p:txBody>
        </p:sp>
        <p:sp>
          <p:nvSpPr>
            <p:cNvPr id="78" name="Google Shape;78;p2"/>
            <p:cNvSpPr txBox="1"/>
            <p:nvPr/>
          </p:nvSpPr>
          <p:spPr>
            <a:xfrm>
              <a:off x="2783718" y="1324275"/>
              <a:ext cx="1866283" cy="127243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i="0" u="none" strike="noStrike" cap="none">
                  <a:solidFill>
                    <a:srgbClr val="663A77"/>
                  </a:solidFill>
                  <a:latin typeface="Times New Roman"/>
                  <a:ea typeface="Times New Roman"/>
                  <a:cs typeface="Times New Roman"/>
                  <a:sym typeface="Times New Roman"/>
                </a:rPr>
                <a:t>NỘI DUNG</a:t>
              </a:r>
              <a:endParaRPr sz="2800" b="1" i="0" u="none" strike="noStrike" cap="none">
                <a:solidFill>
                  <a:srgbClr val="663A77"/>
                </a:solidFill>
                <a:latin typeface="Times New Roman"/>
                <a:ea typeface="Times New Roman"/>
                <a:cs typeface="Times New Roman"/>
                <a:sym typeface="Times New Roman"/>
              </a:endParaRPr>
            </a:p>
          </p:txBody>
        </p:sp>
      </p:grpSp>
      <p:grpSp>
        <p:nvGrpSpPr>
          <p:cNvPr id="79" name="Google Shape;79;p2"/>
          <p:cNvGrpSpPr/>
          <p:nvPr/>
        </p:nvGrpSpPr>
        <p:grpSpPr>
          <a:xfrm>
            <a:off x="2139124" y="1571215"/>
            <a:ext cx="805150" cy="718592"/>
            <a:chOff x="3262497" y="1084626"/>
            <a:chExt cx="1126854" cy="958123"/>
          </a:xfrm>
        </p:grpSpPr>
        <p:grpSp>
          <p:nvGrpSpPr>
            <p:cNvPr id="80" name="Google Shape;80;p2"/>
            <p:cNvGrpSpPr/>
            <p:nvPr/>
          </p:nvGrpSpPr>
          <p:grpSpPr>
            <a:xfrm>
              <a:off x="3262497" y="1084626"/>
              <a:ext cx="1126854" cy="958123"/>
              <a:chOff x="2892834" y="1141776"/>
              <a:chExt cx="1126854" cy="958123"/>
            </a:xfrm>
          </p:grpSpPr>
          <p:sp>
            <p:nvSpPr>
              <p:cNvPr id="81" name="Google Shape;81;p2"/>
              <p:cNvSpPr/>
              <p:nvPr/>
            </p:nvSpPr>
            <p:spPr>
              <a:xfrm>
                <a:off x="2943363" y="1141776"/>
                <a:ext cx="1076325" cy="958123"/>
              </a:xfrm>
              <a:prstGeom prst="roundRect">
                <a:avLst>
                  <a:gd name="adj" fmla="val 13889"/>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sp>
            <p:nvSpPr>
              <p:cNvPr id="82" name="Google Shape;82;p2"/>
              <p:cNvSpPr/>
              <p:nvPr/>
            </p:nvSpPr>
            <p:spPr>
              <a:xfrm>
                <a:off x="2892834" y="1178024"/>
                <a:ext cx="1063215" cy="901028"/>
              </a:xfrm>
              <a:prstGeom prst="roundRect">
                <a:avLst>
                  <a:gd name="adj" fmla="val 13889"/>
                </a:avLst>
              </a:prstGeom>
              <a:solidFill>
                <a:srgbClr val="FFB8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grpSp>
        <p:sp>
          <p:nvSpPr>
            <p:cNvPr id="83" name="Google Shape;83;p2"/>
            <p:cNvSpPr txBox="1"/>
            <p:nvPr/>
          </p:nvSpPr>
          <p:spPr>
            <a:xfrm>
              <a:off x="3266480" y="1209433"/>
              <a:ext cx="1030515" cy="69762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0" i="0" u="none" strike="noStrike" cap="none">
                  <a:solidFill>
                    <a:schemeClr val="lt1"/>
                  </a:solidFill>
                  <a:latin typeface="Impact"/>
                  <a:ea typeface="Impact"/>
                  <a:cs typeface="Impact"/>
                  <a:sym typeface="Impact"/>
                </a:rPr>
                <a:t>01</a:t>
              </a:r>
              <a:endParaRPr sz="2800" b="0" i="0" u="none" strike="noStrike" cap="none">
                <a:solidFill>
                  <a:schemeClr val="lt1"/>
                </a:solidFill>
                <a:latin typeface="Impact"/>
                <a:ea typeface="Impact"/>
                <a:cs typeface="Impact"/>
                <a:sym typeface="Impact"/>
              </a:endParaRPr>
            </a:p>
          </p:txBody>
        </p:sp>
      </p:grpSp>
      <p:grpSp>
        <p:nvGrpSpPr>
          <p:cNvPr id="84" name="Google Shape;84;p2"/>
          <p:cNvGrpSpPr/>
          <p:nvPr/>
        </p:nvGrpSpPr>
        <p:grpSpPr>
          <a:xfrm>
            <a:off x="2143179" y="2408314"/>
            <a:ext cx="801094" cy="803410"/>
            <a:chOff x="3142025" y="2335585"/>
            <a:chExt cx="1161462" cy="966191"/>
          </a:xfrm>
        </p:grpSpPr>
        <p:grpSp>
          <p:nvGrpSpPr>
            <p:cNvPr id="85" name="Google Shape;85;p2"/>
            <p:cNvGrpSpPr/>
            <p:nvPr/>
          </p:nvGrpSpPr>
          <p:grpSpPr>
            <a:xfrm>
              <a:off x="3155526" y="2335585"/>
              <a:ext cx="1147961" cy="966191"/>
              <a:chOff x="2785863" y="1141409"/>
              <a:chExt cx="1147961" cy="966191"/>
            </a:xfrm>
          </p:grpSpPr>
          <p:sp>
            <p:nvSpPr>
              <p:cNvPr id="86" name="Google Shape;86;p2"/>
              <p:cNvSpPr/>
              <p:nvPr/>
            </p:nvSpPr>
            <p:spPr>
              <a:xfrm>
                <a:off x="2857499" y="1149477"/>
                <a:ext cx="1076325" cy="958123"/>
              </a:xfrm>
              <a:prstGeom prst="roundRect">
                <a:avLst>
                  <a:gd name="adj" fmla="val 13889"/>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sp>
            <p:nvSpPr>
              <p:cNvPr id="87" name="Google Shape;87;p2"/>
              <p:cNvSpPr/>
              <p:nvPr/>
            </p:nvSpPr>
            <p:spPr>
              <a:xfrm>
                <a:off x="2785863" y="1141409"/>
                <a:ext cx="1063215" cy="901028"/>
              </a:xfrm>
              <a:prstGeom prst="roundRect">
                <a:avLst>
                  <a:gd name="adj" fmla="val 13889"/>
                </a:avLst>
              </a:prstGeom>
              <a:solidFill>
                <a:srgbClr val="01ACB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grpSp>
        <p:sp>
          <p:nvSpPr>
            <p:cNvPr id="88" name="Google Shape;88;p2"/>
            <p:cNvSpPr txBox="1"/>
            <p:nvPr/>
          </p:nvSpPr>
          <p:spPr>
            <a:xfrm>
              <a:off x="3142025" y="2450258"/>
              <a:ext cx="1088129" cy="6292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0" i="0" u="none" strike="noStrike" cap="none">
                  <a:solidFill>
                    <a:schemeClr val="lt1"/>
                  </a:solidFill>
                  <a:latin typeface="Impact"/>
                  <a:ea typeface="Impact"/>
                  <a:cs typeface="Impact"/>
                  <a:sym typeface="Impact"/>
                </a:rPr>
                <a:t>02</a:t>
              </a:r>
              <a:endParaRPr sz="2800" b="0" i="0" u="none" strike="noStrike" cap="none">
                <a:solidFill>
                  <a:schemeClr val="lt1"/>
                </a:solidFill>
                <a:latin typeface="Impact"/>
                <a:ea typeface="Impact"/>
                <a:cs typeface="Impact"/>
                <a:sym typeface="Impact"/>
              </a:endParaRPr>
            </a:p>
          </p:txBody>
        </p:sp>
      </p:grpSp>
      <p:grpSp>
        <p:nvGrpSpPr>
          <p:cNvPr id="89" name="Google Shape;89;p2"/>
          <p:cNvGrpSpPr/>
          <p:nvPr/>
        </p:nvGrpSpPr>
        <p:grpSpPr>
          <a:xfrm>
            <a:off x="2116678" y="3258986"/>
            <a:ext cx="787200" cy="718592"/>
            <a:chOff x="3227162" y="3591385"/>
            <a:chExt cx="1089578" cy="958123"/>
          </a:xfrm>
        </p:grpSpPr>
        <p:grpSp>
          <p:nvGrpSpPr>
            <p:cNvPr id="90" name="Google Shape;90;p2"/>
            <p:cNvGrpSpPr/>
            <p:nvPr/>
          </p:nvGrpSpPr>
          <p:grpSpPr>
            <a:xfrm>
              <a:off x="3227162" y="3591385"/>
              <a:ext cx="1089578" cy="958123"/>
              <a:chOff x="2857499" y="1149477"/>
              <a:chExt cx="1089578" cy="958123"/>
            </a:xfrm>
          </p:grpSpPr>
          <p:sp>
            <p:nvSpPr>
              <p:cNvPr id="91" name="Google Shape;91;p2"/>
              <p:cNvSpPr/>
              <p:nvPr/>
            </p:nvSpPr>
            <p:spPr>
              <a:xfrm>
                <a:off x="2857499" y="1149477"/>
                <a:ext cx="1076325" cy="958123"/>
              </a:xfrm>
              <a:prstGeom prst="roundRect">
                <a:avLst>
                  <a:gd name="adj" fmla="val 13889"/>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sp>
            <p:nvSpPr>
              <p:cNvPr id="92" name="Google Shape;92;p2"/>
              <p:cNvSpPr/>
              <p:nvPr/>
            </p:nvSpPr>
            <p:spPr>
              <a:xfrm>
                <a:off x="2883862" y="1159582"/>
                <a:ext cx="1063215" cy="901028"/>
              </a:xfrm>
              <a:prstGeom prst="roundRect">
                <a:avLst>
                  <a:gd name="adj" fmla="val 13889"/>
                </a:avLst>
              </a:prstGeom>
              <a:solidFill>
                <a:srgbClr val="E8707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grpSp>
        <p:sp>
          <p:nvSpPr>
            <p:cNvPr id="93" name="Google Shape;93;p2"/>
            <p:cNvSpPr txBox="1"/>
            <p:nvPr/>
          </p:nvSpPr>
          <p:spPr>
            <a:xfrm>
              <a:off x="3250771" y="3701112"/>
              <a:ext cx="1030515" cy="69762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0" i="0" u="none" strike="noStrike" cap="none">
                  <a:solidFill>
                    <a:schemeClr val="lt1"/>
                  </a:solidFill>
                  <a:latin typeface="Impact"/>
                  <a:ea typeface="Impact"/>
                  <a:cs typeface="Impact"/>
                  <a:sym typeface="Impact"/>
                </a:rPr>
                <a:t>03</a:t>
              </a:r>
              <a:endParaRPr sz="2800" b="0" i="0" u="none" strike="noStrike" cap="none">
                <a:solidFill>
                  <a:schemeClr val="lt1"/>
                </a:solidFill>
                <a:latin typeface="Impact"/>
                <a:ea typeface="Impact"/>
                <a:cs typeface="Impact"/>
                <a:sym typeface="Impact"/>
              </a:endParaRPr>
            </a:p>
          </p:txBody>
        </p:sp>
      </p:grpSp>
      <p:grpSp>
        <p:nvGrpSpPr>
          <p:cNvPr id="99" name="Google Shape;99;p2"/>
          <p:cNvGrpSpPr/>
          <p:nvPr/>
        </p:nvGrpSpPr>
        <p:grpSpPr>
          <a:xfrm>
            <a:off x="3315327" y="1598401"/>
            <a:ext cx="6428734" cy="675771"/>
            <a:chOff x="4555084" y="1092328"/>
            <a:chExt cx="4697323" cy="1150809"/>
          </a:xfrm>
        </p:grpSpPr>
        <p:pic>
          <p:nvPicPr>
            <p:cNvPr id="100" name="Google Shape;100;p2"/>
            <p:cNvPicPr preferRelativeResize="0"/>
            <p:nvPr/>
          </p:nvPicPr>
          <p:blipFill rotWithShape="1">
            <a:blip r:embed="rId3">
              <a:alphaModFix/>
            </a:blip>
            <a:srcRect t="76775"/>
            <a:stretch/>
          </p:blipFill>
          <p:spPr>
            <a:xfrm>
              <a:off x="4926460" y="2041830"/>
              <a:ext cx="3646270" cy="201307"/>
            </a:xfrm>
            <a:prstGeom prst="rect">
              <a:avLst/>
            </a:prstGeom>
            <a:noFill/>
            <a:ln>
              <a:noFill/>
            </a:ln>
          </p:spPr>
        </p:pic>
        <p:grpSp>
          <p:nvGrpSpPr>
            <p:cNvPr id="101" name="Google Shape;101;p2"/>
            <p:cNvGrpSpPr/>
            <p:nvPr/>
          </p:nvGrpSpPr>
          <p:grpSpPr>
            <a:xfrm>
              <a:off x="4555084" y="1092328"/>
              <a:ext cx="4697323" cy="974451"/>
              <a:chOff x="4555084" y="1092328"/>
              <a:chExt cx="4697323" cy="974451"/>
            </a:xfrm>
          </p:grpSpPr>
          <p:pic>
            <p:nvPicPr>
              <p:cNvPr id="102" name="Google Shape;102;p2"/>
              <p:cNvPicPr preferRelativeResize="0"/>
              <p:nvPr/>
            </p:nvPicPr>
            <p:blipFill rotWithShape="1">
              <a:blip r:embed="rId3">
                <a:alphaModFix/>
              </a:blip>
              <a:srcRect t="76775"/>
              <a:stretch/>
            </p:blipFill>
            <p:spPr>
              <a:xfrm rot="-5400000">
                <a:off x="8600149" y="1414521"/>
                <a:ext cx="958122" cy="346394"/>
              </a:xfrm>
              <a:prstGeom prst="rect">
                <a:avLst/>
              </a:prstGeom>
              <a:noFill/>
              <a:ln>
                <a:noFill/>
              </a:ln>
            </p:spPr>
          </p:pic>
          <p:sp>
            <p:nvSpPr>
              <p:cNvPr id="103" name="Google Shape;103;p2"/>
              <p:cNvSpPr/>
              <p:nvPr/>
            </p:nvSpPr>
            <p:spPr>
              <a:xfrm>
                <a:off x="4555084" y="1092328"/>
                <a:ext cx="4389024" cy="958122"/>
              </a:xfrm>
              <a:prstGeom prst="roundRect">
                <a:avLst>
                  <a:gd name="adj" fmla="val 9218"/>
                </a:avLst>
              </a:prstGeom>
              <a:gradFill>
                <a:gsLst>
                  <a:gs pos="0">
                    <a:srgbClr val="FDFDFD"/>
                  </a:gs>
                  <a:gs pos="47000">
                    <a:srgbClr val="FDFDFD"/>
                  </a:gs>
                  <a:gs pos="52999">
                    <a:srgbClr val="E8E8E8"/>
                  </a:gs>
                  <a:gs pos="100000">
                    <a:srgbClr val="ECECEC"/>
                  </a:gs>
                </a:gsLst>
                <a:lin ang="5400000" scaled="0"/>
              </a:gradFill>
              <a:ln>
                <a:noFill/>
              </a:ln>
              <a:effectLst>
                <a:outerShdw blurRad="76200" dist="38100" dir="2700000" algn="tl" rotWithShape="0">
                  <a:srgbClr val="000000">
                    <a:alpha val="1372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grpSp>
      </p:grpSp>
      <p:grpSp>
        <p:nvGrpSpPr>
          <p:cNvPr id="104" name="Google Shape;104;p2"/>
          <p:cNvGrpSpPr/>
          <p:nvPr/>
        </p:nvGrpSpPr>
        <p:grpSpPr>
          <a:xfrm>
            <a:off x="3224702" y="2413585"/>
            <a:ext cx="6523831" cy="735609"/>
            <a:chOff x="4555084" y="2343654"/>
            <a:chExt cx="4697324" cy="1145415"/>
          </a:xfrm>
        </p:grpSpPr>
        <p:pic>
          <p:nvPicPr>
            <p:cNvPr id="105" name="Google Shape;105;p2"/>
            <p:cNvPicPr preferRelativeResize="0"/>
            <p:nvPr/>
          </p:nvPicPr>
          <p:blipFill rotWithShape="1">
            <a:blip r:embed="rId3">
              <a:alphaModFix/>
            </a:blip>
            <a:srcRect t="76775"/>
            <a:stretch/>
          </p:blipFill>
          <p:spPr>
            <a:xfrm>
              <a:off x="4926460" y="3287762"/>
              <a:ext cx="3646270" cy="201307"/>
            </a:xfrm>
            <a:prstGeom prst="rect">
              <a:avLst/>
            </a:prstGeom>
            <a:noFill/>
            <a:ln>
              <a:noFill/>
            </a:ln>
          </p:spPr>
        </p:pic>
        <p:grpSp>
          <p:nvGrpSpPr>
            <p:cNvPr id="106" name="Google Shape;106;p2"/>
            <p:cNvGrpSpPr/>
            <p:nvPr/>
          </p:nvGrpSpPr>
          <p:grpSpPr>
            <a:xfrm>
              <a:off x="4555084" y="2343654"/>
              <a:ext cx="4697324" cy="974451"/>
              <a:chOff x="4555084" y="2343654"/>
              <a:chExt cx="4697324" cy="974451"/>
            </a:xfrm>
          </p:grpSpPr>
          <p:pic>
            <p:nvPicPr>
              <p:cNvPr id="107" name="Google Shape;107;p2"/>
              <p:cNvPicPr preferRelativeResize="0"/>
              <p:nvPr/>
            </p:nvPicPr>
            <p:blipFill rotWithShape="1">
              <a:blip r:embed="rId3">
                <a:alphaModFix/>
              </a:blip>
              <a:srcRect t="76775"/>
              <a:stretch/>
            </p:blipFill>
            <p:spPr>
              <a:xfrm rot="-5400000">
                <a:off x="8600150" y="2665847"/>
                <a:ext cx="958122" cy="346394"/>
              </a:xfrm>
              <a:prstGeom prst="rect">
                <a:avLst/>
              </a:prstGeom>
              <a:noFill/>
              <a:ln>
                <a:noFill/>
              </a:ln>
            </p:spPr>
          </p:pic>
          <p:sp>
            <p:nvSpPr>
              <p:cNvPr id="108" name="Google Shape;108;p2"/>
              <p:cNvSpPr/>
              <p:nvPr/>
            </p:nvSpPr>
            <p:spPr>
              <a:xfrm>
                <a:off x="4555084" y="2343654"/>
                <a:ext cx="4389024" cy="958122"/>
              </a:xfrm>
              <a:prstGeom prst="roundRect">
                <a:avLst>
                  <a:gd name="adj" fmla="val 9218"/>
                </a:avLst>
              </a:prstGeom>
              <a:gradFill>
                <a:gsLst>
                  <a:gs pos="0">
                    <a:srgbClr val="FDFDFD"/>
                  </a:gs>
                  <a:gs pos="47000">
                    <a:srgbClr val="FDFDFD"/>
                  </a:gs>
                  <a:gs pos="52999">
                    <a:srgbClr val="E8E8E8"/>
                  </a:gs>
                  <a:gs pos="100000">
                    <a:srgbClr val="ECECEC"/>
                  </a:gs>
                </a:gsLst>
                <a:lin ang="5400000" scaled="0"/>
              </a:gradFill>
              <a:ln>
                <a:noFill/>
              </a:ln>
              <a:effectLst>
                <a:outerShdw blurRad="76200" dist="38100" dir="2700000" algn="tl" rotWithShape="0">
                  <a:srgbClr val="000000">
                    <a:alpha val="1372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dirty="0">
                  <a:solidFill>
                    <a:schemeClr val="lt1"/>
                  </a:solidFill>
                  <a:latin typeface="Arial"/>
                  <a:ea typeface="Arial"/>
                  <a:cs typeface="Arial"/>
                  <a:sym typeface="Arial"/>
                </a:endParaRPr>
              </a:p>
            </p:txBody>
          </p:sp>
        </p:grpSp>
      </p:grpSp>
      <p:grpSp>
        <p:nvGrpSpPr>
          <p:cNvPr id="109" name="Google Shape;109;p2"/>
          <p:cNvGrpSpPr/>
          <p:nvPr/>
        </p:nvGrpSpPr>
        <p:grpSpPr>
          <a:xfrm>
            <a:off x="3227203" y="3260108"/>
            <a:ext cx="6521206" cy="682227"/>
            <a:chOff x="4555084" y="3594980"/>
            <a:chExt cx="4697325" cy="1150703"/>
          </a:xfrm>
        </p:grpSpPr>
        <p:pic>
          <p:nvPicPr>
            <p:cNvPr id="110" name="Google Shape;110;p2"/>
            <p:cNvPicPr preferRelativeResize="0"/>
            <p:nvPr/>
          </p:nvPicPr>
          <p:blipFill rotWithShape="1">
            <a:blip r:embed="rId3">
              <a:alphaModFix/>
            </a:blip>
            <a:srcRect t="76775"/>
            <a:stretch/>
          </p:blipFill>
          <p:spPr>
            <a:xfrm>
              <a:off x="4926460" y="4544376"/>
              <a:ext cx="3646270" cy="201307"/>
            </a:xfrm>
            <a:prstGeom prst="rect">
              <a:avLst/>
            </a:prstGeom>
            <a:noFill/>
            <a:ln>
              <a:noFill/>
            </a:ln>
          </p:spPr>
        </p:pic>
        <p:grpSp>
          <p:nvGrpSpPr>
            <p:cNvPr id="111" name="Google Shape;111;p2"/>
            <p:cNvGrpSpPr/>
            <p:nvPr/>
          </p:nvGrpSpPr>
          <p:grpSpPr>
            <a:xfrm>
              <a:off x="4555084" y="3594980"/>
              <a:ext cx="4697325" cy="974450"/>
              <a:chOff x="4555084" y="3594980"/>
              <a:chExt cx="4697325" cy="974450"/>
            </a:xfrm>
          </p:grpSpPr>
          <p:pic>
            <p:nvPicPr>
              <p:cNvPr id="112" name="Google Shape;112;p2"/>
              <p:cNvPicPr preferRelativeResize="0"/>
              <p:nvPr/>
            </p:nvPicPr>
            <p:blipFill rotWithShape="1">
              <a:blip r:embed="rId3">
                <a:alphaModFix/>
              </a:blip>
              <a:srcRect t="76775"/>
              <a:stretch/>
            </p:blipFill>
            <p:spPr>
              <a:xfrm rot="-5400000">
                <a:off x="8600151" y="3917172"/>
                <a:ext cx="958122" cy="346394"/>
              </a:xfrm>
              <a:prstGeom prst="rect">
                <a:avLst/>
              </a:prstGeom>
              <a:noFill/>
              <a:ln>
                <a:noFill/>
              </a:ln>
            </p:spPr>
          </p:pic>
          <p:sp>
            <p:nvSpPr>
              <p:cNvPr id="113" name="Google Shape;113;p2"/>
              <p:cNvSpPr/>
              <p:nvPr/>
            </p:nvSpPr>
            <p:spPr>
              <a:xfrm>
                <a:off x="4555084" y="3594980"/>
                <a:ext cx="4389024" cy="958122"/>
              </a:xfrm>
              <a:prstGeom prst="roundRect">
                <a:avLst>
                  <a:gd name="adj" fmla="val 9218"/>
                </a:avLst>
              </a:prstGeom>
              <a:gradFill>
                <a:gsLst>
                  <a:gs pos="0">
                    <a:srgbClr val="FDFDFD"/>
                  </a:gs>
                  <a:gs pos="47000">
                    <a:srgbClr val="FDFDFD"/>
                  </a:gs>
                  <a:gs pos="52999">
                    <a:srgbClr val="E8E8E8"/>
                  </a:gs>
                  <a:gs pos="100000">
                    <a:srgbClr val="ECECEC"/>
                  </a:gs>
                </a:gsLst>
                <a:lin ang="5400000" scaled="0"/>
              </a:gradFill>
              <a:ln>
                <a:noFill/>
              </a:ln>
              <a:effectLst>
                <a:outerShdw blurRad="76200" dist="38100" dir="2700000" algn="tl" rotWithShape="0">
                  <a:srgbClr val="000000">
                    <a:alpha val="1372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grpSp>
      </p:grpSp>
      <p:grpSp>
        <p:nvGrpSpPr>
          <p:cNvPr id="114" name="Google Shape;114;p2"/>
          <p:cNvGrpSpPr/>
          <p:nvPr/>
        </p:nvGrpSpPr>
        <p:grpSpPr>
          <a:xfrm>
            <a:off x="3242960" y="4074674"/>
            <a:ext cx="6504673" cy="675771"/>
            <a:chOff x="4555085" y="4807551"/>
            <a:chExt cx="4697323" cy="974449"/>
          </a:xfrm>
        </p:grpSpPr>
        <p:pic>
          <p:nvPicPr>
            <p:cNvPr id="115" name="Google Shape;115;p2"/>
            <p:cNvPicPr preferRelativeResize="0"/>
            <p:nvPr/>
          </p:nvPicPr>
          <p:blipFill rotWithShape="1">
            <a:blip r:embed="rId3">
              <a:alphaModFix/>
            </a:blip>
            <a:srcRect t="76775"/>
            <a:stretch/>
          </p:blipFill>
          <p:spPr>
            <a:xfrm>
              <a:off x="4873327" y="5580404"/>
              <a:ext cx="3646270" cy="201307"/>
            </a:xfrm>
            <a:prstGeom prst="rect">
              <a:avLst/>
            </a:prstGeom>
            <a:noFill/>
            <a:ln>
              <a:noFill/>
            </a:ln>
          </p:spPr>
        </p:pic>
        <p:grpSp>
          <p:nvGrpSpPr>
            <p:cNvPr id="116" name="Google Shape;116;p2"/>
            <p:cNvGrpSpPr/>
            <p:nvPr/>
          </p:nvGrpSpPr>
          <p:grpSpPr>
            <a:xfrm>
              <a:off x="4555085" y="4807551"/>
              <a:ext cx="4697323" cy="974449"/>
              <a:chOff x="4555085" y="4807551"/>
              <a:chExt cx="4697323" cy="974449"/>
            </a:xfrm>
          </p:grpSpPr>
          <p:pic>
            <p:nvPicPr>
              <p:cNvPr id="117" name="Google Shape;117;p2"/>
              <p:cNvPicPr preferRelativeResize="0"/>
              <p:nvPr/>
            </p:nvPicPr>
            <p:blipFill rotWithShape="1">
              <a:blip r:embed="rId3">
                <a:alphaModFix/>
              </a:blip>
              <a:srcRect t="76775"/>
              <a:stretch/>
            </p:blipFill>
            <p:spPr>
              <a:xfrm rot="-5400000">
                <a:off x="8600150" y="5129743"/>
                <a:ext cx="958122" cy="346393"/>
              </a:xfrm>
              <a:prstGeom prst="rect">
                <a:avLst/>
              </a:prstGeom>
              <a:noFill/>
              <a:ln>
                <a:noFill/>
              </a:ln>
            </p:spPr>
          </p:pic>
          <p:sp>
            <p:nvSpPr>
              <p:cNvPr id="118" name="Google Shape;118;p2"/>
              <p:cNvSpPr/>
              <p:nvPr/>
            </p:nvSpPr>
            <p:spPr>
              <a:xfrm>
                <a:off x="4555085" y="4807551"/>
                <a:ext cx="4389024" cy="958122"/>
              </a:xfrm>
              <a:prstGeom prst="roundRect">
                <a:avLst>
                  <a:gd name="adj" fmla="val 9218"/>
                </a:avLst>
              </a:prstGeom>
              <a:gradFill>
                <a:gsLst>
                  <a:gs pos="0">
                    <a:srgbClr val="FDFDFD"/>
                  </a:gs>
                  <a:gs pos="47000">
                    <a:srgbClr val="FDFDFD"/>
                  </a:gs>
                  <a:gs pos="52999">
                    <a:srgbClr val="E8E8E8"/>
                  </a:gs>
                  <a:gs pos="100000">
                    <a:srgbClr val="ECECEC"/>
                  </a:gs>
                </a:gsLst>
                <a:lin ang="5400000" scaled="0"/>
              </a:gradFill>
              <a:ln>
                <a:noFill/>
              </a:ln>
              <a:effectLst>
                <a:outerShdw blurRad="76200" dist="38100" dir="2700000" algn="tl" rotWithShape="0">
                  <a:srgbClr val="000000">
                    <a:alpha val="1372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dirty="0">
                  <a:solidFill>
                    <a:schemeClr val="lt1"/>
                  </a:solidFill>
                  <a:latin typeface="Arial"/>
                  <a:ea typeface="Arial"/>
                  <a:cs typeface="Arial"/>
                  <a:sym typeface="Arial"/>
                </a:endParaRPr>
              </a:p>
            </p:txBody>
          </p:sp>
        </p:grpSp>
      </p:grpSp>
      <p:grpSp>
        <p:nvGrpSpPr>
          <p:cNvPr id="119" name="Google Shape;119;p2"/>
          <p:cNvGrpSpPr/>
          <p:nvPr/>
        </p:nvGrpSpPr>
        <p:grpSpPr>
          <a:xfrm>
            <a:off x="2784174" y="1598401"/>
            <a:ext cx="778013" cy="3199307"/>
            <a:chOff x="3971019" y="796001"/>
            <a:chExt cx="989404" cy="5338506"/>
          </a:xfrm>
        </p:grpSpPr>
        <p:sp>
          <p:nvSpPr>
            <p:cNvPr id="120" name="Google Shape;120;p2"/>
            <p:cNvSpPr/>
            <p:nvPr/>
          </p:nvSpPr>
          <p:spPr>
            <a:xfrm>
              <a:off x="4614031" y="796001"/>
              <a:ext cx="346392" cy="5287413"/>
            </a:xfrm>
            <a:prstGeom prst="rect">
              <a:avLst/>
            </a:prstGeom>
            <a:gradFill>
              <a:gsLst>
                <a:gs pos="0">
                  <a:srgbClr val="000000">
                    <a:alpha val="7843"/>
                  </a:srgbClr>
                </a:gs>
                <a:gs pos="100000">
                  <a:srgbClr val="F2F2F2">
                    <a:alpha val="0"/>
                  </a:srgbClr>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dirty="0">
                <a:solidFill>
                  <a:schemeClr val="lt1"/>
                </a:solidFill>
                <a:latin typeface="Arial"/>
                <a:ea typeface="Arial"/>
                <a:cs typeface="Arial"/>
                <a:sym typeface="Arial"/>
              </a:endParaRPr>
            </a:p>
          </p:txBody>
        </p:sp>
        <p:sp>
          <p:nvSpPr>
            <p:cNvPr id="121" name="Google Shape;121;p2"/>
            <p:cNvSpPr/>
            <p:nvPr/>
          </p:nvSpPr>
          <p:spPr>
            <a:xfrm>
              <a:off x="4178614" y="796001"/>
              <a:ext cx="452661" cy="5287413"/>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pic>
          <p:nvPicPr>
            <p:cNvPr id="122" name="Google Shape;122;p2"/>
            <p:cNvPicPr preferRelativeResize="0"/>
            <p:nvPr/>
          </p:nvPicPr>
          <p:blipFill rotWithShape="1">
            <a:blip r:embed="rId3">
              <a:alphaModFix/>
            </a:blip>
            <a:srcRect t="76775"/>
            <a:stretch/>
          </p:blipFill>
          <p:spPr>
            <a:xfrm rot="5400000">
              <a:off x="1404452" y="3362569"/>
              <a:ext cx="5338505" cy="205371"/>
            </a:xfrm>
            <a:prstGeom prst="rect">
              <a:avLst/>
            </a:prstGeom>
            <a:noFill/>
            <a:ln>
              <a:noFill/>
            </a:ln>
          </p:spPr>
        </p:pic>
        <p:sp>
          <p:nvSpPr>
            <p:cNvPr id="123" name="Google Shape;123;p2"/>
            <p:cNvSpPr/>
            <p:nvPr/>
          </p:nvSpPr>
          <p:spPr>
            <a:xfrm rot="10800000">
              <a:off x="4614203" y="796001"/>
              <a:ext cx="345594" cy="920797"/>
            </a:xfrm>
            <a:custGeom>
              <a:avLst/>
              <a:gdLst/>
              <a:ahLst/>
              <a:cxnLst/>
              <a:rect l="l" t="t" r="r" b="b"/>
              <a:pathLst>
                <a:path w="10092" h="10000" extrusionOk="0">
                  <a:moveTo>
                    <a:pt x="0" y="8736"/>
                  </a:moveTo>
                  <a:lnTo>
                    <a:pt x="10092" y="0"/>
                  </a:lnTo>
                  <a:lnTo>
                    <a:pt x="10092" y="10000"/>
                  </a:lnTo>
                  <a:lnTo>
                    <a:pt x="92" y="10000"/>
                  </a:lnTo>
                  <a:cubicBezTo>
                    <a:pt x="30" y="8875"/>
                    <a:pt x="62" y="9861"/>
                    <a:pt x="0" y="8736"/>
                  </a:cubicBezTo>
                  <a:close/>
                </a:path>
              </a:pathLst>
            </a:custGeom>
            <a:gradFill>
              <a:gsLst>
                <a:gs pos="0">
                  <a:srgbClr val="000000">
                    <a:alpha val="20784"/>
                  </a:srgbClr>
                </a:gs>
                <a:gs pos="100000">
                  <a:srgbClr val="F2F2F2">
                    <a:alpha val="0"/>
                  </a:srgbClr>
                </a:gs>
              </a:gsLst>
              <a:lin ang="10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sp>
          <p:nvSpPr>
            <p:cNvPr id="124" name="Google Shape;124;p2"/>
            <p:cNvSpPr/>
            <p:nvPr/>
          </p:nvSpPr>
          <p:spPr>
            <a:xfrm rot="5400000">
              <a:off x="4085362" y="2026910"/>
              <a:ext cx="1396262" cy="345868"/>
            </a:xfrm>
            <a:prstGeom prst="trapezoid">
              <a:avLst>
                <a:gd name="adj" fmla="val 173951"/>
              </a:avLst>
            </a:prstGeom>
            <a:gradFill>
              <a:gsLst>
                <a:gs pos="0">
                  <a:srgbClr val="F2F2F2">
                    <a:alpha val="0"/>
                  </a:srgbClr>
                </a:gs>
                <a:gs pos="100000">
                  <a:srgbClr val="000000">
                    <a:alpha val="20784"/>
                  </a:srgbClr>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sp>
          <p:nvSpPr>
            <p:cNvPr id="125" name="Google Shape;125;p2"/>
            <p:cNvSpPr/>
            <p:nvPr/>
          </p:nvSpPr>
          <p:spPr>
            <a:xfrm rot="5400000">
              <a:off x="4085362" y="3275907"/>
              <a:ext cx="1396262" cy="345868"/>
            </a:xfrm>
            <a:prstGeom prst="trapezoid">
              <a:avLst>
                <a:gd name="adj" fmla="val 173951"/>
              </a:avLst>
            </a:prstGeom>
            <a:gradFill>
              <a:gsLst>
                <a:gs pos="0">
                  <a:srgbClr val="F2F2F2">
                    <a:alpha val="0"/>
                  </a:srgbClr>
                </a:gs>
                <a:gs pos="100000">
                  <a:srgbClr val="000000">
                    <a:alpha val="20784"/>
                  </a:srgbClr>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sp>
          <p:nvSpPr>
            <p:cNvPr id="126" name="Google Shape;126;p2"/>
            <p:cNvSpPr/>
            <p:nvPr/>
          </p:nvSpPr>
          <p:spPr>
            <a:xfrm rot="5400000">
              <a:off x="4085362" y="4502881"/>
              <a:ext cx="1396262" cy="345868"/>
            </a:xfrm>
            <a:prstGeom prst="trapezoid">
              <a:avLst>
                <a:gd name="adj" fmla="val 173951"/>
              </a:avLst>
            </a:prstGeom>
            <a:gradFill>
              <a:gsLst>
                <a:gs pos="0">
                  <a:srgbClr val="F2F2F2">
                    <a:alpha val="0"/>
                  </a:srgbClr>
                </a:gs>
                <a:gs pos="100000">
                  <a:srgbClr val="000000">
                    <a:alpha val="20784"/>
                  </a:srgbClr>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sp>
          <p:nvSpPr>
            <p:cNvPr id="127" name="Google Shape;127;p2"/>
            <p:cNvSpPr/>
            <p:nvPr/>
          </p:nvSpPr>
          <p:spPr>
            <a:xfrm flipH="1">
              <a:off x="4614203" y="5187950"/>
              <a:ext cx="345594" cy="895464"/>
            </a:xfrm>
            <a:custGeom>
              <a:avLst/>
              <a:gdLst/>
              <a:ahLst/>
              <a:cxnLst/>
              <a:rect l="l" t="t" r="r" b="b"/>
              <a:pathLst>
                <a:path w="10092" h="10000" extrusionOk="0">
                  <a:moveTo>
                    <a:pt x="0" y="8736"/>
                  </a:moveTo>
                  <a:lnTo>
                    <a:pt x="10092" y="0"/>
                  </a:lnTo>
                  <a:lnTo>
                    <a:pt x="10092" y="10000"/>
                  </a:lnTo>
                  <a:lnTo>
                    <a:pt x="92" y="10000"/>
                  </a:lnTo>
                  <a:cubicBezTo>
                    <a:pt x="30" y="8875"/>
                    <a:pt x="62" y="9861"/>
                    <a:pt x="0" y="8736"/>
                  </a:cubicBezTo>
                  <a:close/>
                </a:path>
              </a:pathLst>
            </a:custGeom>
            <a:gradFill>
              <a:gsLst>
                <a:gs pos="0">
                  <a:srgbClr val="000000">
                    <a:alpha val="20784"/>
                  </a:srgbClr>
                </a:gs>
                <a:gs pos="100000">
                  <a:srgbClr val="F2F2F2">
                    <a:alpha val="0"/>
                  </a:srgbClr>
                </a:gs>
              </a:gsLst>
              <a:lin ang="10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grpSp>
      <p:sp>
        <p:nvSpPr>
          <p:cNvPr id="128" name="Google Shape;128;p2"/>
          <p:cNvSpPr txBox="1"/>
          <p:nvPr/>
        </p:nvSpPr>
        <p:spPr>
          <a:xfrm>
            <a:off x="3315326" y="1672543"/>
            <a:ext cx="5303743"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u="none" strike="noStrike" cap="none" dirty="0">
                <a:solidFill>
                  <a:srgbClr val="FFC000"/>
                </a:solidFill>
                <a:latin typeface="Times New Roman"/>
                <a:ea typeface="Times New Roman"/>
                <a:cs typeface="Times New Roman"/>
                <a:sym typeface="Times New Roman"/>
              </a:rPr>
              <a:t> IoC Container</a:t>
            </a:r>
            <a:endParaRPr sz="2800" b="1" dirty="0">
              <a:solidFill>
                <a:srgbClr val="FFC000"/>
              </a:solidFill>
              <a:latin typeface="Times New Roman"/>
              <a:ea typeface="Times New Roman"/>
              <a:cs typeface="Times New Roman"/>
              <a:sym typeface="Times New Roman"/>
            </a:endParaRPr>
          </a:p>
        </p:txBody>
      </p:sp>
      <p:sp>
        <p:nvSpPr>
          <p:cNvPr id="129" name="Google Shape;129;p2"/>
          <p:cNvSpPr/>
          <p:nvPr/>
        </p:nvSpPr>
        <p:spPr>
          <a:xfrm>
            <a:off x="3321731" y="2471629"/>
            <a:ext cx="5413511" cy="523180"/>
          </a:xfrm>
          <a:prstGeom prst="rect">
            <a:avLst/>
          </a:prstGeom>
          <a:noFill/>
          <a:ln>
            <a:noFill/>
          </a:ln>
        </p:spPr>
        <p:txBody>
          <a:bodyPr spcFirstLastPara="1" wrap="square" lIns="91425" tIns="45700" rIns="91425" bIns="45700" anchor="t" anchorCtr="0">
            <a:spAutoFit/>
          </a:bodyPr>
          <a:lstStyle/>
          <a:p>
            <a:pPr lvl="0"/>
            <a:r>
              <a:rPr lang="en-US" sz="2800" b="1" dirty="0">
                <a:solidFill>
                  <a:srgbClr val="01ACBE"/>
                </a:solidFill>
                <a:latin typeface="Times New Roman"/>
                <a:ea typeface="Times New Roman"/>
                <a:cs typeface="Times New Roman"/>
                <a:sym typeface="Times New Roman"/>
              </a:rPr>
              <a:t>Bean</a:t>
            </a:r>
            <a:endParaRPr sz="2800" b="1" dirty="0">
              <a:solidFill>
                <a:srgbClr val="01ACBE"/>
              </a:solidFill>
              <a:latin typeface="Times New Roman"/>
              <a:ea typeface="Times New Roman"/>
              <a:cs typeface="Times New Roman"/>
              <a:sym typeface="Times New Roman"/>
            </a:endParaRPr>
          </a:p>
        </p:txBody>
      </p:sp>
      <p:sp>
        <p:nvSpPr>
          <p:cNvPr id="131" name="Google Shape;131;p2"/>
          <p:cNvSpPr/>
          <p:nvPr/>
        </p:nvSpPr>
        <p:spPr>
          <a:xfrm>
            <a:off x="3287721" y="4151054"/>
            <a:ext cx="4595959"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dirty="0">
                <a:solidFill>
                  <a:srgbClr val="663A77"/>
                </a:solidFill>
                <a:latin typeface="Times New Roman"/>
                <a:ea typeface="Times New Roman"/>
                <a:cs typeface="Times New Roman"/>
                <a:sym typeface="Times New Roman"/>
              </a:rPr>
              <a:t> </a:t>
            </a:r>
            <a:endParaRPr sz="2800" b="1" dirty="0">
              <a:solidFill>
                <a:srgbClr val="663A77"/>
              </a:solidFill>
              <a:latin typeface="Times New Roman"/>
              <a:ea typeface="Times New Roman"/>
              <a:cs typeface="Times New Roman"/>
              <a:sym typeface="Times New Roman"/>
            </a:endParaRPr>
          </a:p>
        </p:txBody>
      </p:sp>
      <p:grpSp>
        <p:nvGrpSpPr>
          <p:cNvPr id="132" name="Google Shape;132;p2"/>
          <p:cNvGrpSpPr/>
          <p:nvPr/>
        </p:nvGrpSpPr>
        <p:grpSpPr>
          <a:xfrm>
            <a:off x="2115695" y="4074674"/>
            <a:ext cx="788184" cy="723034"/>
            <a:chOff x="2957626" y="3769915"/>
            <a:chExt cx="1113652" cy="964046"/>
          </a:xfrm>
        </p:grpSpPr>
        <p:grpSp>
          <p:nvGrpSpPr>
            <p:cNvPr id="133" name="Google Shape;133;p2"/>
            <p:cNvGrpSpPr/>
            <p:nvPr/>
          </p:nvGrpSpPr>
          <p:grpSpPr>
            <a:xfrm>
              <a:off x="2957626" y="3769915"/>
              <a:ext cx="1113652" cy="964046"/>
              <a:chOff x="2587963" y="111843"/>
              <a:chExt cx="1113652" cy="964046"/>
            </a:xfrm>
          </p:grpSpPr>
          <p:sp>
            <p:nvSpPr>
              <p:cNvPr id="134" name="Google Shape;134;p2"/>
              <p:cNvSpPr/>
              <p:nvPr/>
            </p:nvSpPr>
            <p:spPr>
              <a:xfrm>
                <a:off x="2587963" y="117766"/>
                <a:ext cx="1076325" cy="958123"/>
              </a:xfrm>
              <a:prstGeom prst="roundRect">
                <a:avLst>
                  <a:gd name="adj" fmla="val 13889"/>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a:solidFill>
                    <a:schemeClr val="lt1"/>
                  </a:solidFill>
                  <a:latin typeface="Arial"/>
                  <a:ea typeface="Arial"/>
                  <a:cs typeface="Arial"/>
                  <a:sym typeface="Arial"/>
                </a:endParaRPr>
              </a:p>
            </p:txBody>
          </p:sp>
          <p:sp>
            <p:nvSpPr>
              <p:cNvPr id="135" name="Google Shape;135;p2"/>
              <p:cNvSpPr/>
              <p:nvPr/>
            </p:nvSpPr>
            <p:spPr>
              <a:xfrm>
                <a:off x="2638400" y="111843"/>
                <a:ext cx="1063215" cy="901028"/>
              </a:xfrm>
              <a:prstGeom prst="roundRect">
                <a:avLst>
                  <a:gd name="adj" fmla="val 13889"/>
                </a:avLst>
              </a:prstGeom>
              <a:solidFill>
                <a:srgbClr val="663A7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a:solidFill>
                    <a:schemeClr val="lt1"/>
                  </a:solidFill>
                  <a:latin typeface="Arial"/>
                  <a:ea typeface="Arial"/>
                  <a:cs typeface="Arial"/>
                  <a:sym typeface="Arial"/>
                </a:endParaRPr>
              </a:p>
            </p:txBody>
          </p:sp>
        </p:grpSp>
        <p:sp>
          <p:nvSpPr>
            <p:cNvPr id="136" name="Google Shape;136;p2"/>
            <p:cNvSpPr txBox="1"/>
            <p:nvPr/>
          </p:nvSpPr>
          <p:spPr>
            <a:xfrm>
              <a:off x="3008886" y="3882010"/>
              <a:ext cx="1030514" cy="69762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a:solidFill>
                    <a:schemeClr val="lt1"/>
                  </a:solidFill>
                  <a:latin typeface="Impact"/>
                  <a:ea typeface="Impact"/>
                  <a:cs typeface="Impact"/>
                  <a:sym typeface="Impact"/>
                </a:rPr>
                <a:t>04</a:t>
              </a:r>
              <a:endParaRPr sz="2800">
                <a:solidFill>
                  <a:schemeClr val="lt1"/>
                </a:solidFill>
                <a:latin typeface="Impact"/>
                <a:ea typeface="Impact"/>
                <a:cs typeface="Impact"/>
                <a:sym typeface="Impact"/>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75"/>
                                        </p:tgtEl>
                                        <p:attrNameLst>
                                          <p:attrName>style.visibility</p:attrName>
                                        </p:attrNameLst>
                                      </p:cBhvr>
                                      <p:to>
                                        <p:strVal val="visible"/>
                                      </p:to>
                                    </p:set>
                                    <p:anim calcmode="lin" valueType="num">
                                      <p:cBhvr additive="base">
                                        <p:cTn id="7" dur="100"/>
                                        <p:tgtEl>
                                          <p:spTgt spid="75"/>
                                        </p:tgtEl>
                                        <p:attrNameLst>
                                          <p:attrName>ppt_w</p:attrName>
                                        </p:attrNameLst>
                                      </p:cBhvr>
                                      <p:tavLst>
                                        <p:tav tm="0">
                                          <p:val>
                                            <p:strVal val="0"/>
                                          </p:val>
                                        </p:tav>
                                        <p:tav tm="100000">
                                          <p:val>
                                            <p:strVal val="#ppt_w"/>
                                          </p:val>
                                        </p:tav>
                                      </p:tavLst>
                                    </p:anim>
                                    <p:anim calcmode="lin" valueType="num">
                                      <p:cBhvr additive="base">
                                        <p:cTn id="8" dur="100"/>
                                        <p:tgtEl>
                                          <p:spTgt spid="75"/>
                                        </p:tgtEl>
                                        <p:attrNameLst>
                                          <p:attrName>ppt_h</p:attrName>
                                        </p:attrNameLst>
                                      </p:cBhvr>
                                      <p:tavLst>
                                        <p:tav tm="0">
                                          <p:val>
                                            <p:strVal val="0"/>
                                          </p:val>
                                        </p:tav>
                                        <p:tav tm="100000">
                                          <p:val>
                                            <p:strVal val="#ppt_h"/>
                                          </p:val>
                                        </p:tav>
                                      </p:tavLst>
                                    </p:anim>
                                  </p:childTnLst>
                                </p:cTn>
                              </p:par>
                            </p:childTnLst>
                          </p:cTn>
                        </p:par>
                        <p:par>
                          <p:cTn id="9" fill="hold">
                            <p:stCondLst>
                              <p:cond delay="100"/>
                            </p:stCondLst>
                            <p:childTnLst>
                              <p:par>
                                <p:cTn id="10" presetID="10" presetClass="entr" presetSubtype="0" fill="hold" nodeType="afterEffect">
                                  <p:stCondLst>
                                    <p:cond delay="0"/>
                                  </p:stCondLst>
                                  <p:childTnLst>
                                    <p:set>
                                      <p:cBhvr>
                                        <p:cTn id="11" dur="1" fill="hold">
                                          <p:stCondLst>
                                            <p:cond delay="0"/>
                                          </p:stCondLst>
                                        </p:cTn>
                                        <p:tgtEl>
                                          <p:spTgt spid="119"/>
                                        </p:tgtEl>
                                        <p:attrNameLst>
                                          <p:attrName>style.visibility</p:attrName>
                                        </p:attrNameLst>
                                      </p:cBhvr>
                                      <p:to>
                                        <p:strVal val="visible"/>
                                      </p:to>
                                    </p:set>
                                    <p:animEffect transition="in" filter="fade">
                                      <p:cBhvr>
                                        <p:cTn id="12" dur="500"/>
                                        <p:tgtEl>
                                          <p:spTgt spid="119"/>
                                        </p:tgtEl>
                                      </p:cBhvr>
                                    </p:animEffect>
                                  </p:childTnLst>
                                </p:cTn>
                              </p:par>
                            </p:childTnLst>
                          </p:cTn>
                        </p:par>
                        <p:par>
                          <p:cTn id="13" fill="hold">
                            <p:stCondLst>
                              <p:cond delay="600"/>
                            </p:stCondLst>
                            <p:childTnLst>
                              <p:par>
                                <p:cTn id="14" presetID="10" presetClass="entr" presetSubtype="0" fill="hold" nodeType="afterEffect">
                                  <p:stCondLst>
                                    <p:cond delay="0"/>
                                  </p:stCondLst>
                                  <p:childTnLst>
                                    <p:set>
                                      <p:cBhvr>
                                        <p:cTn id="15" dur="1" fill="hold">
                                          <p:stCondLst>
                                            <p:cond delay="0"/>
                                          </p:stCondLst>
                                        </p:cTn>
                                        <p:tgtEl>
                                          <p:spTgt spid="79"/>
                                        </p:tgtEl>
                                        <p:attrNameLst>
                                          <p:attrName>style.visibility</p:attrName>
                                        </p:attrNameLst>
                                      </p:cBhvr>
                                      <p:to>
                                        <p:strVal val="visible"/>
                                      </p:to>
                                    </p:set>
                                    <p:animEffect transition="in" filter="fade">
                                      <p:cBhvr>
                                        <p:cTn id="16" dur="500"/>
                                        <p:tgtEl>
                                          <p:spTgt spid="79"/>
                                        </p:tgtEl>
                                      </p:cBhvr>
                                    </p:animEffect>
                                  </p:childTnLst>
                                </p:cTn>
                              </p:par>
                              <p:par>
                                <p:cTn id="17" presetID="10" presetClass="entr" presetSubtype="0" fill="hold" nodeType="withEffect">
                                  <p:stCondLst>
                                    <p:cond delay="0"/>
                                  </p:stCondLst>
                                  <p:childTnLst>
                                    <p:set>
                                      <p:cBhvr>
                                        <p:cTn id="18" dur="1" fill="hold">
                                          <p:stCondLst>
                                            <p:cond delay="0"/>
                                          </p:stCondLst>
                                        </p:cTn>
                                        <p:tgtEl>
                                          <p:spTgt spid="99"/>
                                        </p:tgtEl>
                                        <p:attrNameLst>
                                          <p:attrName>style.visibility</p:attrName>
                                        </p:attrNameLst>
                                      </p:cBhvr>
                                      <p:to>
                                        <p:strVal val="visible"/>
                                      </p:to>
                                    </p:set>
                                    <p:animEffect transition="in" filter="fade">
                                      <p:cBhvr>
                                        <p:cTn id="19" dur="500"/>
                                        <p:tgtEl>
                                          <p:spTgt spid="99"/>
                                        </p:tgtEl>
                                      </p:cBhvr>
                                    </p:animEffect>
                                  </p:childTnLst>
                                </p:cTn>
                              </p:par>
                            </p:childTnLst>
                          </p:cTn>
                        </p:par>
                        <p:par>
                          <p:cTn id="20" fill="hold">
                            <p:stCondLst>
                              <p:cond delay="1100"/>
                            </p:stCondLst>
                            <p:childTnLst>
                              <p:par>
                                <p:cTn id="21" presetID="10" presetClass="entr" presetSubtype="0" fill="hold" nodeType="afterEffect">
                                  <p:stCondLst>
                                    <p:cond delay="0"/>
                                  </p:stCondLst>
                                  <p:childTnLst>
                                    <p:set>
                                      <p:cBhvr>
                                        <p:cTn id="22" dur="1" fill="hold">
                                          <p:stCondLst>
                                            <p:cond delay="0"/>
                                          </p:stCondLst>
                                        </p:cTn>
                                        <p:tgtEl>
                                          <p:spTgt spid="84"/>
                                        </p:tgtEl>
                                        <p:attrNameLst>
                                          <p:attrName>style.visibility</p:attrName>
                                        </p:attrNameLst>
                                      </p:cBhvr>
                                      <p:to>
                                        <p:strVal val="visible"/>
                                      </p:to>
                                    </p:set>
                                    <p:animEffect transition="in" filter="fade">
                                      <p:cBhvr>
                                        <p:cTn id="23" dur="500"/>
                                        <p:tgtEl>
                                          <p:spTgt spid="84"/>
                                        </p:tgtEl>
                                      </p:cBhvr>
                                    </p:animEffect>
                                  </p:childTnLst>
                                </p:cTn>
                              </p:par>
                              <p:par>
                                <p:cTn id="24" presetID="10" presetClass="entr" presetSubtype="0" fill="hold" nodeType="withEffect">
                                  <p:stCondLst>
                                    <p:cond delay="0"/>
                                  </p:stCondLst>
                                  <p:childTnLst>
                                    <p:set>
                                      <p:cBhvr>
                                        <p:cTn id="25" dur="1" fill="hold">
                                          <p:stCondLst>
                                            <p:cond delay="0"/>
                                          </p:stCondLst>
                                        </p:cTn>
                                        <p:tgtEl>
                                          <p:spTgt spid="104"/>
                                        </p:tgtEl>
                                        <p:attrNameLst>
                                          <p:attrName>style.visibility</p:attrName>
                                        </p:attrNameLst>
                                      </p:cBhvr>
                                      <p:to>
                                        <p:strVal val="visible"/>
                                      </p:to>
                                    </p:set>
                                    <p:animEffect transition="in" filter="fade">
                                      <p:cBhvr>
                                        <p:cTn id="26" dur="500"/>
                                        <p:tgtEl>
                                          <p:spTgt spid="104"/>
                                        </p:tgtEl>
                                      </p:cBhvr>
                                    </p:animEffect>
                                  </p:childTnLst>
                                </p:cTn>
                              </p:par>
                            </p:childTnLst>
                          </p:cTn>
                        </p:par>
                        <p:par>
                          <p:cTn id="27" fill="hold">
                            <p:stCondLst>
                              <p:cond delay="1600"/>
                            </p:stCondLst>
                            <p:childTnLst>
                              <p:par>
                                <p:cTn id="28" presetID="10" presetClass="entr" presetSubtype="0" fill="hold" nodeType="afterEffect">
                                  <p:stCondLst>
                                    <p:cond delay="0"/>
                                  </p:stCondLst>
                                  <p:childTnLst>
                                    <p:set>
                                      <p:cBhvr>
                                        <p:cTn id="29" dur="1" fill="hold">
                                          <p:stCondLst>
                                            <p:cond delay="0"/>
                                          </p:stCondLst>
                                        </p:cTn>
                                        <p:tgtEl>
                                          <p:spTgt spid="89"/>
                                        </p:tgtEl>
                                        <p:attrNameLst>
                                          <p:attrName>style.visibility</p:attrName>
                                        </p:attrNameLst>
                                      </p:cBhvr>
                                      <p:to>
                                        <p:strVal val="visible"/>
                                      </p:to>
                                    </p:set>
                                    <p:animEffect transition="in" filter="fade">
                                      <p:cBhvr>
                                        <p:cTn id="30" dur="500"/>
                                        <p:tgtEl>
                                          <p:spTgt spid="89"/>
                                        </p:tgtEl>
                                      </p:cBhvr>
                                    </p:animEffect>
                                  </p:childTnLst>
                                </p:cTn>
                              </p:par>
                              <p:par>
                                <p:cTn id="31" presetID="10" presetClass="entr" presetSubtype="0" fill="hold" nodeType="withEffect">
                                  <p:stCondLst>
                                    <p:cond delay="0"/>
                                  </p:stCondLst>
                                  <p:childTnLst>
                                    <p:set>
                                      <p:cBhvr>
                                        <p:cTn id="32" dur="1" fill="hold">
                                          <p:stCondLst>
                                            <p:cond delay="0"/>
                                          </p:stCondLst>
                                        </p:cTn>
                                        <p:tgtEl>
                                          <p:spTgt spid="109"/>
                                        </p:tgtEl>
                                        <p:attrNameLst>
                                          <p:attrName>style.visibility</p:attrName>
                                        </p:attrNameLst>
                                      </p:cBhvr>
                                      <p:to>
                                        <p:strVal val="visible"/>
                                      </p:to>
                                    </p:set>
                                    <p:animEffect transition="in" filter="fade">
                                      <p:cBhvr>
                                        <p:cTn id="33" dur="500"/>
                                        <p:tgtEl>
                                          <p:spTgt spid="109"/>
                                        </p:tgtEl>
                                      </p:cBhvr>
                                    </p:animEffect>
                                  </p:childTnLst>
                                </p:cTn>
                              </p:par>
                              <p:par>
                                <p:cTn id="34" presetID="10" presetClass="entr" presetSubtype="0" fill="hold" nodeType="withEffect">
                                  <p:stCondLst>
                                    <p:cond delay="0"/>
                                  </p:stCondLst>
                                  <p:childTnLst>
                                    <p:set>
                                      <p:cBhvr>
                                        <p:cTn id="35" dur="1" fill="hold">
                                          <p:stCondLst>
                                            <p:cond delay="0"/>
                                          </p:stCondLst>
                                        </p:cTn>
                                        <p:tgtEl>
                                          <p:spTgt spid="114"/>
                                        </p:tgtEl>
                                        <p:attrNameLst>
                                          <p:attrName>style.visibility</p:attrName>
                                        </p:attrNameLst>
                                      </p:cBhvr>
                                      <p:to>
                                        <p:strVal val="visible"/>
                                      </p:to>
                                    </p:set>
                                    <p:animEffect transition="in" filter="fade">
                                      <p:cBhvr>
                                        <p:cTn id="36" dur="500"/>
                                        <p:tgtEl>
                                          <p:spTgt spid="114"/>
                                        </p:tgtEl>
                                      </p:cBhvr>
                                    </p:animEffect>
                                  </p:childTnLst>
                                </p:cTn>
                              </p:par>
                            </p:childTnLst>
                          </p:cTn>
                        </p:par>
                        <p:par>
                          <p:cTn id="37" fill="hold">
                            <p:stCondLst>
                              <p:cond delay="2100"/>
                            </p:stCondLst>
                            <p:childTnLst>
                              <p:par>
                                <p:cTn id="38" presetID="10" presetClass="entr" presetSubtype="0" fill="hold" nodeType="afterEffect">
                                  <p:stCondLst>
                                    <p:cond delay="0"/>
                                  </p:stCondLst>
                                  <p:childTnLst>
                                    <p:set>
                                      <p:cBhvr>
                                        <p:cTn id="39" dur="1" fill="hold">
                                          <p:stCondLst>
                                            <p:cond delay="0"/>
                                          </p:stCondLst>
                                        </p:cTn>
                                        <p:tgtEl>
                                          <p:spTgt spid="132"/>
                                        </p:tgtEl>
                                        <p:attrNameLst>
                                          <p:attrName>style.visibility</p:attrName>
                                        </p:attrNameLst>
                                      </p:cBhvr>
                                      <p:to>
                                        <p:strVal val="visible"/>
                                      </p:to>
                                    </p:set>
                                    <p:animEffect transition="in" filter="fade">
                                      <p:cBhvr>
                                        <p:cTn id="40" dur="500"/>
                                        <p:tgtEl>
                                          <p:spTgt spid="1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grpSp>
        <p:nvGrpSpPr>
          <p:cNvPr id="190" name="Google Shape;190;p5"/>
          <p:cNvGrpSpPr/>
          <p:nvPr/>
        </p:nvGrpSpPr>
        <p:grpSpPr>
          <a:xfrm>
            <a:off x="1670730" y="1263299"/>
            <a:ext cx="8616270" cy="1007332"/>
            <a:chOff x="3129129" y="1121776"/>
            <a:chExt cx="5933741" cy="1171624"/>
          </a:xfrm>
        </p:grpSpPr>
        <p:sp>
          <p:nvSpPr>
            <p:cNvPr id="191" name="Google Shape;191;p5"/>
            <p:cNvSpPr/>
            <p:nvPr/>
          </p:nvSpPr>
          <p:spPr>
            <a:xfrm>
              <a:off x="3129129" y="1121776"/>
              <a:ext cx="5933741" cy="1171624"/>
            </a:xfrm>
            <a:prstGeom prst="roundRect">
              <a:avLst>
                <a:gd name="adj" fmla="val 50000"/>
              </a:avLst>
            </a:prstGeom>
            <a:solidFill>
              <a:srgbClr val="D8D8D8">
                <a:alpha val="49803"/>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rgbClr val="FFAA2D"/>
                </a:solidFill>
                <a:latin typeface="Arial"/>
                <a:ea typeface="Arial"/>
                <a:cs typeface="Arial"/>
                <a:sym typeface="Arial"/>
              </a:endParaRPr>
            </a:p>
          </p:txBody>
        </p:sp>
        <p:sp>
          <p:nvSpPr>
            <p:cNvPr id="192" name="Google Shape;192;p5"/>
            <p:cNvSpPr/>
            <p:nvPr/>
          </p:nvSpPr>
          <p:spPr>
            <a:xfrm>
              <a:off x="3289330" y="1253414"/>
              <a:ext cx="5613340" cy="908350"/>
            </a:xfrm>
            <a:prstGeom prst="roundRect">
              <a:avLst>
                <a:gd name="adj" fmla="val 50000"/>
              </a:avLst>
            </a:prstGeom>
            <a:gradFill>
              <a:gsLst>
                <a:gs pos="0">
                  <a:srgbClr val="FFAA2D"/>
                </a:gs>
                <a:gs pos="100000">
                  <a:srgbClr val="FFD393"/>
                </a:gs>
              </a:gsLst>
              <a:lin ang="0" scaled="0"/>
            </a:gradFill>
            <a:ln w="1905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rgbClr val="FFAA2D"/>
                </a:solidFill>
                <a:latin typeface="Arial"/>
                <a:ea typeface="Arial"/>
                <a:cs typeface="Arial"/>
                <a:sym typeface="Arial"/>
              </a:endParaRPr>
            </a:p>
          </p:txBody>
        </p:sp>
      </p:grpSp>
      <p:grpSp>
        <p:nvGrpSpPr>
          <p:cNvPr id="193" name="Google Shape;193;p5"/>
          <p:cNvGrpSpPr/>
          <p:nvPr/>
        </p:nvGrpSpPr>
        <p:grpSpPr>
          <a:xfrm>
            <a:off x="1782659" y="1240148"/>
            <a:ext cx="1674310" cy="1522886"/>
            <a:chOff x="3020983" y="881796"/>
            <a:chExt cx="2097410" cy="2097410"/>
          </a:xfrm>
        </p:grpSpPr>
        <p:grpSp>
          <p:nvGrpSpPr>
            <p:cNvPr id="194" name="Google Shape;194;p5"/>
            <p:cNvGrpSpPr/>
            <p:nvPr/>
          </p:nvGrpSpPr>
          <p:grpSpPr>
            <a:xfrm>
              <a:off x="3020983" y="881796"/>
              <a:ext cx="2097410" cy="2097410"/>
              <a:chOff x="3099689" y="1098878"/>
              <a:chExt cx="1995612" cy="1995615"/>
            </a:xfrm>
          </p:grpSpPr>
          <p:grpSp>
            <p:nvGrpSpPr>
              <p:cNvPr id="195" name="Google Shape;195;p5"/>
              <p:cNvGrpSpPr/>
              <p:nvPr/>
            </p:nvGrpSpPr>
            <p:grpSpPr>
              <a:xfrm>
                <a:off x="3099689" y="1098878"/>
                <a:ext cx="1995612" cy="1995615"/>
                <a:chOff x="6804316" y="2574806"/>
                <a:chExt cx="3585705" cy="3585705"/>
              </a:xfrm>
            </p:grpSpPr>
            <p:sp>
              <p:nvSpPr>
                <p:cNvPr id="196" name="Google Shape;196;p5"/>
                <p:cNvSpPr/>
                <p:nvPr/>
              </p:nvSpPr>
              <p:spPr>
                <a:xfrm rot="-2700000">
                  <a:off x="7501948" y="2927402"/>
                  <a:ext cx="2190440" cy="2880512"/>
                </a:xfrm>
                <a:custGeom>
                  <a:avLst/>
                  <a:gdLst/>
                  <a:ahLst/>
                  <a:cxnLst/>
                  <a:rect l="l" t="t" r="r" b="b"/>
                  <a:pathLst>
                    <a:path w="1696474" h="2070736" extrusionOk="0">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0">
                      <a:schemeClr val="dk1"/>
                    </a:gs>
                    <a:gs pos="17000">
                      <a:srgbClr val="000000">
                        <a:alpha val="45882"/>
                      </a:srgbClr>
                    </a:gs>
                    <a:gs pos="34000">
                      <a:srgbClr val="000000">
                        <a:alpha val="42745"/>
                      </a:srgbClr>
                    </a:gs>
                    <a:gs pos="51000">
                      <a:srgbClr val="000000">
                        <a:alpha val="20000"/>
                      </a:srgbClr>
                    </a:gs>
                    <a:gs pos="65000">
                      <a:srgbClr val="000000">
                        <a:alpha val="9803"/>
                      </a:srgbClr>
                    </a:gs>
                    <a:gs pos="78000">
                      <a:srgbClr val="000000">
                        <a:alpha val="4705"/>
                      </a:srgbClr>
                    </a:gs>
                    <a:gs pos="100000">
                      <a:srgbClr val="000000">
                        <a:alpha val="0"/>
                      </a:srgbClr>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sp>
              <p:nvSpPr>
                <p:cNvPr id="197" name="Google Shape;197;p5"/>
                <p:cNvSpPr/>
                <p:nvPr/>
              </p:nvSpPr>
              <p:spPr>
                <a:xfrm>
                  <a:off x="7567583" y="3243359"/>
                  <a:ext cx="1344545" cy="1344543"/>
                </a:xfrm>
                <a:prstGeom prst="ellipse">
                  <a:avLst/>
                </a:prstGeom>
                <a:gradFill>
                  <a:gsLst>
                    <a:gs pos="0">
                      <a:srgbClr val="FFFFFF">
                        <a:alpha val="98823"/>
                      </a:srgbClr>
                    </a:gs>
                    <a:gs pos="43000">
                      <a:srgbClr val="F7F7F7"/>
                    </a:gs>
                    <a:gs pos="100000">
                      <a:srgbClr val="B8C0C0"/>
                    </a:gs>
                  </a:gsLst>
                  <a:lin ang="2700000" scaled="0"/>
                </a:gradFill>
                <a:ln>
                  <a:noFill/>
                </a:ln>
                <a:effectLst>
                  <a:outerShdw blurRad="139700" dist="88900" dir="2700000" algn="tl" rotWithShape="0">
                    <a:srgbClr val="494949">
                      <a:alpha val="29803"/>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sp>
              <p:nvSpPr>
                <p:cNvPr id="198" name="Google Shape;198;p5"/>
                <p:cNvSpPr/>
                <p:nvPr/>
              </p:nvSpPr>
              <p:spPr>
                <a:xfrm>
                  <a:off x="7380501" y="3019185"/>
                  <a:ext cx="1596494" cy="1596494"/>
                </a:xfrm>
                <a:prstGeom prst="ellipse">
                  <a:avLst/>
                </a:prstGeom>
                <a:gradFill>
                  <a:gsLst>
                    <a:gs pos="0">
                      <a:srgbClr val="FFFFFF">
                        <a:alpha val="98823"/>
                      </a:srgbClr>
                    </a:gs>
                    <a:gs pos="11000">
                      <a:srgbClr val="FFFFFF">
                        <a:alpha val="98823"/>
                      </a:srgbClr>
                    </a:gs>
                    <a:gs pos="39000">
                      <a:schemeClr val="lt1"/>
                    </a:gs>
                    <a:gs pos="52999">
                      <a:srgbClr val="F7F7F7"/>
                    </a:gs>
                    <a:gs pos="100000">
                      <a:srgbClr val="B8C0C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grpSp>
          <p:sp>
            <p:nvSpPr>
              <p:cNvPr id="199" name="Google Shape;199;p5"/>
              <p:cNvSpPr/>
              <p:nvPr/>
            </p:nvSpPr>
            <p:spPr>
              <a:xfrm>
                <a:off x="3222820" y="1148080"/>
                <a:ext cx="1284820" cy="1284821"/>
              </a:xfrm>
              <a:prstGeom prst="ellipse">
                <a:avLst/>
              </a:prstGeom>
              <a:solidFill>
                <a:schemeClr val="lt1">
                  <a:alpha val="13725"/>
                </a:schemeClr>
              </a:solidFill>
              <a:ln w="15875" cap="flat" cmpd="sng">
                <a:solidFill>
                  <a:schemeClr val="lt1"/>
                </a:solidFill>
                <a:prstDash val="solid"/>
                <a:miter lim="800000"/>
                <a:headEnd type="none" w="sm" len="sm"/>
                <a:tailEnd type="none" w="sm" len="sm"/>
              </a:ln>
              <a:effectLst>
                <a:outerShdw blurRad="215900" dist="88900" dir="2700000" algn="tl" rotWithShape="0">
                  <a:srgbClr val="000000">
                    <a:alpha val="10980"/>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grpSp>
        <p:sp>
          <p:nvSpPr>
            <p:cNvPr id="200" name="Google Shape;200;p5"/>
            <p:cNvSpPr txBox="1"/>
            <p:nvPr/>
          </p:nvSpPr>
          <p:spPr>
            <a:xfrm>
              <a:off x="3514455" y="1292811"/>
              <a:ext cx="774240" cy="720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rgbClr val="FFB850"/>
                  </a:solidFill>
                  <a:latin typeface="Impact"/>
                  <a:ea typeface="Impact"/>
                  <a:cs typeface="Impact"/>
                  <a:sym typeface="Impact"/>
                </a:rPr>
                <a:t>01</a:t>
              </a:r>
              <a:endParaRPr sz="2800">
                <a:solidFill>
                  <a:srgbClr val="FFB850"/>
                </a:solidFill>
                <a:latin typeface="Impact"/>
                <a:ea typeface="Impact"/>
                <a:cs typeface="Impact"/>
                <a:sym typeface="Impact"/>
              </a:endParaRPr>
            </a:p>
          </p:txBody>
        </p:sp>
      </p:grpSp>
      <p:sp>
        <p:nvSpPr>
          <p:cNvPr id="201" name="Google Shape;201;p5"/>
          <p:cNvSpPr txBox="1"/>
          <p:nvPr/>
        </p:nvSpPr>
        <p:spPr>
          <a:xfrm>
            <a:off x="2980807" y="1521544"/>
            <a:ext cx="6905838"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dirty="0">
                <a:solidFill>
                  <a:schemeClr val="dk1"/>
                </a:solidFill>
                <a:latin typeface="Times New Roman"/>
                <a:ea typeface="Times New Roman"/>
                <a:cs typeface="Times New Roman"/>
                <a:sym typeface="Times New Roman"/>
              </a:rPr>
              <a:t>Java Reflection</a:t>
            </a:r>
            <a:endParaRPr sz="2800" b="1" dirty="0">
              <a:solidFill>
                <a:schemeClr val="dk1"/>
              </a:solidFill>
              <a:latin typeface="Times New Roman"/>
              <a:ea typeface="Times New Roman"/>
              <a:cs typeface="Times New Roman"/>
              <a:sym typeface="Times New Roman"/>
            </a:endParaRPr>
          </a:p>
        </p:txBody>
      </p:sp>
      <p:sp>
        <p:nvSpPr>
          <p:cNvPr id="202" name="Google Shape;202;p5"/>
          <p:cNvSpPr/>
          <p:nvPr/>
        </p:nvSpPr>
        <p:spPr>
          <a:xfrm>
            <a:off x="1670730" y="2505849"/>
            <a:ext cx="8616269" cy="3437751"/>
          </a:xfrm>
          <a:prstGeom prst="rect">
            <a:avLst/>
          </a:prstGeom>
          <a:solidFill>
            <a:schemeClr val="lt1"/>
          </a:solidFill>
          <a:ln w="12700" cap="flat" cmpd="sng">
            <a:solidFill>
              <a:schemeClr val="accent4"/>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b="0" i="0" dirty="0">
                <a:solidFill>
                  <a:srgbClr val="222222"/>
                </a:solidFill>
                <a:effectLst/>
                <a:latin typeface="Times New Roman" panose="02020603050405020304" pitchFamily="18" charset="0"/>
                <a:cs typeface="Times New Roman" panose="02020603050405020304" pitchFamily="18" charset="0"/>
              </a:rPr>
              <a:t>Là 1 </a:t>
            </a:r>
            <a:r>
              <a:rPr lang="vi-VN" sz="2800" b="0" i="0" dirty="0">
                <a:solidFill>
                  <a:srgbClr val="222222"/>
                </a:solidFill>
                <a:effectLst/>
                <a:latin typeface="Times New Roman" panose="02020603050405020304" pitchFamily="18" charset="0"/>
                <a:cs typeface="Times New Roman" panose="02020603050405020304" pitchFamily="18" charset="0"/>
              </a:rPr>
              <a:t>tính năng mạnh mẽ trong Java cho phép bạn kiểm tra và thao tác với các </a:t>
            </a:r>
            <a:r>
              <a:rPr lang="en-US" sz="2800" b="0" i="0" dirty="0">
                <a:solidFill>
                  <a:srgbClr val="222222"/>
                </a:solidFill>
                <a:effectLst/>
                <a:latin typeface="Times New Roman" panose="02020603050405020304" pitchFamily="18" charset="0"/>
                <a:cs typeface="Times New Roman" panose="02020603050405020304" pitchFamily="18" charset="0"/>
              </a:rPr>
              <a:t>class</a:t>
            </a:r>
            <a:r>
              <a:rPr lang="vi-VN" sz="2800" b="0" i="0" dirty="0">
                <a:solidFill>
                  <a:srgbClr val="222222"/>
                </a:solidFill>
                <a:effectLst/>
                <a:latin typeface="Times New Roman" panose="02020603050405020304" pitchFamily="18" charset="0"/>
                <a:cs typeface="Times New Roman" panose="02020603050405020304" pitchFamily="18" charset="0"/>
              </a:rPr>
              <a:t>, </a:t>
            </a:r>
            <a:r>
              <a:rPr lang="en-US" sz="2800" b="0" i="0" dirty="0">
                <a:solidFill>
                  <a:srgbClr val="222222"/>
                </a:solidFill>
                <a:effectLst/>
                <a:latin typeface="Times New Roman" panose="02020603050405020304" pitchFamily="18" charset="0"/>
                <a:cs typeface="Times New Roman" panose="02020603050405020304" pitchFamily="18" charset="0"/>
              </a:rPr>
              <a:t>method</a:t>
            </a:r>
            <a:r>
              <a:rPr lang="vi-VN" sz="2800" b="0" i="0" dirty="0">
                <a:solidFill>
                  <a:srgbClr val="222222"/>
                </a:solidFill>
                <a:effectLst/>
                <a:latin typeface="Times New Roman" panose="02020603050405020304" pitchFamily="18" charset="0"/>
                <a:cs typeface="Times New Roman" panose="02020603050405020304" pitchFamily="18" charset="0"/>
              </a:rPr>
              <a:t>, </a:t>
            </a:r>
            <a:r>
              <a:rPr lang="en-US" sz="2800" b="0" i="0" dirty="0">
                <a:solidFill>
                  <a:srgbClr val="222222"/>
                </a:solidFill>
                <a:effectLst/>
                <a:latin typeface="Times New Roman" panose="02020603050405020304" pitchFamily="18" charset="0"/>
                <a:cs typeface="Times New Roman" panose="02020603050405020304" pitchFamily="18" charset="0"/>
              </a:rPr>
              <a:t>field</a:t>
            </a:r>
            <a:r>
              <a:rPr lang="vi-VN" sz="2800" b="0" i="0" dirty="0">
                <a:solidFill>
                  <a:srgbClr val="222222"/>
                </a:solidFill>
                <a:effectLst/>
                <a:latin typeface="Times New Roman" panose="02020603050405020304" pitchFamily="18" charset="0"/>
                <a:cs typeface="Times New Roman" panose="02020603050405020304" pitchFamily="18" charset="0"/>
              </a:rPr>
              <a:t>, và các constructor trong lúc chương trình đang chạy</a:t>
            </a:r>
            <a:r>
              <a:rPr lang="en-US" sz="2800" b="0" i="0" dirty="0">
                <a:solidFill>
                  <a:srgbClr val="222222"/>
                </a:solidFill>
                <a:effectLst/>
                <a:latin typeface="Times New Roman" panose="02020603050405020304" pitchFamily="18" charset="0"/>
                <a:cs typeface="Times New Roman" panose="02020603050405020304" pitchFamily="18" charset="0"/>
              </a:rPr>
              <a:t> (Runtime)</a:t>
            </a:r>
            <a:r>
              <a:rPr lang="vi-VN" sz="2800" b="0" i="0" dirty="0">
                <a:solidFill>
                  <a:srgbClr val="222222"/>
                </a:solidFill>
                <a:effectLst/>
                <a:latin typeface="Times New Roman" panose="02020603050405020304" pitchFamily="18" charset="0"/>
                <a:cs typeface="Times New Roman" panose="02020603050405020304" pitchFamily="18" charset="0"/>
              </a:rPr>
              <a:t>. Nó là một phần của gói java.lang.reflect và cho phép các chương trình Java phân tích và thay đổi hành vi của các đối tượng khi đang chạy, giúp lập trình linh động hơn.</a:t>
            </a:r>
            <a:endParaRPr sz="28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93"/>
                                        </p:tgtEl>
                                        <p:attrNameLst>
                                          <p:attrName>style.visibility</p:attrName>
                                        </p:attrNameLst>
                                      </p:cBhvr>
                                      <p:to>
                                        <p:strVal val="visible"/>
                                      </p:to>
                                    </p:set>
                                    <p:anim calcmode="lin" valueType="num">
                                      <p:cBhvr additive="base">
                                        <p:cTn id="7" dur="500"/>
                                        <p:tgtEl>
                                          <p:spTgt spid="193"/>
                                        </p:tgtEl>
                                        <p:attrNameLst>
                                          <p:attrName>ppt_x</p:attrName>
                                        </p:attrNameLst>
                                      </p:cBhvr>
                                      <p:tavLst>
                                        <p:tav tm="0">
                                          <p:val>
                                            <p:strVal val="#ppt_x-1"/>
                                          </p:val>
                                        </p:tav>
                                        <p:tav tm="100000">
                                          <p:val>
                                            <p:strVal val="#ppt_x"/>
                                          </p:val>
                                        </p:tav>
                                      </p:tavLst>
                                    </p:anim>
                                  </p:childTnLst>
                                </p:cTn>
                              </p:par>
                              <p:par>
                                <p:cTn id="8" presetID="2" presetClass="entr" presetSubtype="2" fill="hold" nodeType="withEffect">
                                  <p:stCondLst>
                                    <p:cond delay="0"/>
                                  </p:stCondLst>
                                  <p:childTnLst>
                                    <p:set>
                                      <p:cBhvr>
                                        <p:cTn id="9" dur="1" fill="hold">
                                          <p:stCondLst>
                                            <p:cond delay="0"/>
                                          </p:stCondLst>
                                        </p:cTn>
                                        <p:tgtEl>
                                          <p:spTgt spid="190"/>
                                        </p:tgtEl>
                                        <p:attrNameLst>
                                          <p:attrName>style.visibility</p:attrName>
                                        </p:attrNameLst>
                                      </p:cBhvr>
                                      <p:to>
                                        <p:strVal val="visible"/>
                                      </p:to>
                                    </p:set>
                                    <p:anim calcmode="lin" valueType="num">
                                      <p:cBhvr additive="base">
                                        <p:cTn id="10" dur="500"/>
                                        <p:tgtEl>
                                          <p:spTgt spid="190"/>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6">
          <a:extLst>
            <a:ext uri="{FF2B5EF4-FFF2-40B4-BE49-F238E27FC236}">
              <a16:creationId xmlns:a16="http://schemas.microsoft.com/office/drawing/2014/main" id="{CFCC06C4-A5C7-2BB4-8B79-0A2A70A697F0}"/>
            </a:ext>
          </a:extLst>
        </p:cNvPr>
        <p:cNvGrpSpPr/>
        <p:nvPr/>
      </p:nvGrpSpPr>
      <p:grpSpPr>
        <a:xfrm>
          <a:off x="0" y="0"/>
          <a:ext cx="0" cy="0"/>
          <a:chOff x="0" y="0"/>
          <a:chExt cx="0" cy="0"/>
        </a:xfrm>
      </p:grpSpPr>
      <p:grpSp>
        <p:nvGrpSpPr>
          <p:cNvPr id="190" name="Google Shape;190;p5">
            <a:extLst>
              <a:ext uri="{FF2B5EF4-FFF2-40B4-BE49-F238E27FC236}">
                <a16:creationId xmlns:a16="http://schemas.microsoft.com/office/drawing/2014/main" id="{A550893F-0BC8-9312-6E6B-FA1612C33EF7}"/>
              </a:ext>
            </a:extLst>
          </p:cNvPr>
          <p:cNvGrpSpPr/>
          <p:nvPr/>
        </p:nvGrpSpPr>
        <p:grpSpPr>
          <a:xfrm>
            <a:off x="1670730" y="1263299"/>
            <a:ext cx="8616270" cy="1007332"/>
            <a:chOff x="3129129" y="1121776"/>
            <a:chExt cx="5933741" cy="1171624"/>
          </a:xfrm>
        </p:grpSpPr>
        <p:sp>
          <p:nvSpPr>
            <p:cNvPr id="191" name="Google Shape;191;p5">
              <a:extLst>
                <a:ext uri="{FF2B5EF4-FFF2-40B4-BE49-F238E27FC236}">
                  <a16:creationId xmlns:a16="http://schemas.microsoft.com/office/drawing/2014/main" id="{BE58BB3F-88DA-FB2C-A359-DEF6ACA176DD}"/>
                </a:ext>
              </a:extLst>
            </p:cNvPr>
            <p:cNvSpPr/>
            <p:nvPr/>
          </p:nvSpPr>
          <p:spPr>
            <a:xfrm>
              <a:off x="3129129" y="1121776"/>
              <a:ext cx="5933741" cy="1171624"/>
            </a:xfrm>
            <a:prstGeom prst="roundRect">
              <a:avLst>
                <a:gd name="adj" fmla="val 50000"/>
              </a:avLst>
            </a:prstGeom>
            <a:solidFill>
              <a:srgbClr val="D8D8D8">
                <a:alpha val="49803"/>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rgbClr val="FFAA2D"/>
                </a:solidFill>
                <a:latin typeface="Arial"/>
                <a:ea typeface="Arial"/>
                <a:cs typeface="Arial"/>
                <a:sym typeface="Arial"/>
              </a:endParaRPr>
            </a:p>
          </p:txBody>
        </p:sp>
        <p:sp>
          <p:nvSpPr>
            <p:cNvPr id="192" name="Google Shape;192;p5">
              <a:extLst>
                <a:ext uri="{FF2B5EF4-FFF2-40B4-BE49-F238E27FC236}">
                  <a16:creationId xmlns:a16="http://schemas.microsoft.com/office/drawing/2014/main" id="{4A58FA38-8704-9417-305C-5C43C032D0D1}"/>
                </a:ext>
              </a:extLst>
            </p:cNvPr>
            <p:cNvSpPr/>
            <p:nvPr/>
          </p:nvSpPr>
          <p:spPr>
            <a:xfrm>
              <a:off x="3289330" y="1253414"/>
              <a:ext cx="5613340" cy="908350"/>
            </a:xfrm>
            <a:prstGeom prst="roundRect">
              <a:avLst>
                <a:gd name="adj" fmla="val 50000"/>
              </a:avLst>
            </a:prstGeom>
            <a:gradFill>
              <a:gsLst>
                <a:gs pos="0">
                  <a:srgbClr val="FFAA2D"/>
                </a:gs>
                <a:gs pos="100000">
                  <a:srgbClr val="FFD393"/>
                </a:gs>
              </a:gsLst>
              <a:lin ang="0" scaled="0"/>
            </a:gradFill>
            <a:ln w="1905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rgbClr val="FFAA2D"/>
                </a:solidFill>
                <a:latin typeface="Arial"/>
                <a:ea typeface="Arial"/>
                <a:cs typeface="Arial"/>
                <a:sym typeface="Arial"/>
              </a:endParaRPr>
            </a:p>
          </p:txBody>
        </p:sp>
      </p:grpSp>
      <p:grpSp>
        <p:nvGrpSpPr>
          <p:cNvPr id="193" name="Google Shape;193;p5">
            <a:extLst>
              <a:ext uri="{FF2B5EF4-FFF2-40B4-BE49-F238E27FC236}">
                <a16:creationId xmlns:a16="http://schemas.microsoft.com/office/drawing/2014/main" id="{C8CE7B12-51CF-E139-0F79-443733DC04C7}"/>
              </a:ext>
            </a:extLst>
          </p:cNvPr>
          <p:cNvGrpSpPr/>
          <p:nvPr/>
        </p:nvGrpSpPr>
        <p:grpSpPr>
          <a:xfrm>
            <a:off x="1782659" y="1240148"/>
            <a:ext cx="1674310" cy="1522886"/>
            <a:chOff x="3020983" y="881796"/>
            <a:chExt cx="2097410" cy="2097410"/>
          </a:xfrm>
        </p:grpSpPr>
        <p:grpSp>
          <p:nvGrpSpPr>
            <p:cNvPr id="194" name="Google Shape;194;p5">
              <a:extLst>
                <a:ext uri="{FF2B5EF4-FFF2-40B4-BE49-F238E27FC236}">
                  <a16:creationId xmlns:a16="http://schemas.microsoft.com/office/drawing/2014/main" id="{62B93167-F3FD-84E2-5478-37BB6DCC3EE1}"/>
                </a:ext>
              </a:extLst>
            </p:cNvPr>
            <p:cNvGrpSpPr/>
            <p:nvPr/>
          </p:nvGrpSpPr>
          <p:grpSpPr>
            <a:xfrm>
              <a:off x="3020983" y="881796"/>
              <a:ext cx="2097410" cy="2097410"/>
              <a:chOff x="3099689" y="1098878"/>
              <a:chExt cx="1995612" cy="1995615"/>
            </a:xfrm>
          </p:grpSpPr>
          <p:grpSp>
            <p:nvGrpSpPr>
              <p:cNvPr id="195" name="Google Shape;195;p5">
                <a:extLst>
                  <a:ext uri="{FF2B5EF4-FFF2-40B4-BE49-F238E27FC236}">
                    <a16:creationId xmlns:a16="http://schemas.microsoft.com/office/drawing/2014/main" id="{33821110-B2DA-AC6B-029C-6E99854B6166}"/>
                  </a:ext>
                </a:extLst>
              </p:cNvPr>
              <p:cNvGrpSpPr/>
              <p:nvPr/>
            </p:nvGrpSpPr>
            <p:grpSpPr>
              <a:xfrm>
                <a:off x="3099689" y="1098878"/>
                <a:ext cx="1995612" cy="1995615"/>
                <a:chOff x="6804316" y="2574806"/>
                <a:chExt cx="3585705" cy="3585705"/>
              </a:xfrm>
            </p:grpSpPr>
            <p:sp>
              <p:nvSpPr>
                <p:cNvPr id="196" name="Google Shape;196;p5">
                  <a:extLst>
                    <a:ext uri="{FF2B5EF4-FFF2-40B4-BE49-F238E27FC236}">
                      <a16:creationId xmlns:a16="http://schemas.microsoft.com/office/drawing/2014/main" id="{391E20B3-2A4D-354E-4FB7-4FC15E29FFE6}"/>
                    </a:ext>
                  </a:extLst>
                </p:cNvPr>
                <p:cNvSpPr/>
                <p:nvPr/>
              </p:nvSpPr>
              <p:spPr>
                <a:xfrm rot="-2700000">
                  <a:off x="7501948" y="2927402"/>
                  <a:ext cx="2190440" cy="2880512"/>
                </a:xfrm>
                <a:custGeom>
                  <a:avLst/>
                  <a:gdLst/>
                  <a:ahLst/>
                  <a:cxnLst/>
                  <a:rect l="l" t="t" r="r" b="b"/>
                  <a:pathLst>
                    <a:path w="1696474" h="2070736" extrusionOk="0">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0">
                      <a:schemeClr val="dk1"/>
                    </a:gs>
                    <a:gs pos="17000">
                      <a:srgbClr val="000000">
                        <a:alpha val="45882"/>
                      </a:srgbClr>
                    </a:gs>
                    <a:gs pos="34000">
                      <a:srgbClr val="000000">
                        <a:alpha val="42745"/>
                      </a:srgbClr>
                    </a:gs>
                    <a:gs pos="51000">
                      <a:srgbClr val="000000">
                        <a:alpha val="20000"/>
                      </a:srgbClr>
                    </a:gs>
                    <a:gs pos="65000">
                      <a:srgbClr val="000000">
                        <a:alpha val="9803"/>
                      </a:srgbClr>
                    </a:gs>
                    <a:gs pos="78000">
                      <a:srgbClr val="000000">
                        <a:alpha val="4705"/>
                      </a:srgbClr>
                    </a:gs>
                    <a:gs pos="100000">
                      <a:srgbClr val="000000">
                        <a:alpha val="0"/>
                      </a:srgbClr>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sp>
              <p:nvSpPr>
                <p:cNvPr id="197" name="Google Shape;197;p5">
                  <a:extLst>
                    <a:ext uri="{FF2B5EF4-FFF2-40B4-BE49-F238E27FC236}">
                      <a16:creationId xmlns:a16="http://schemas.microsoft.com/office/drawing/2014/main" id="{011759FE-F726-D52D-BA50-C4DBE0A57DC2}"/>
                    </a:ext>
                  </a:extLst>
                </p:cNvPr>
                <p:cNvSpPr/>
                <p:nvPr/>
              </p:nvSpPr>
              <p:spPr>
                <a:xfrm>
                  <a:off x="7567583" y="3243359"/>
                  <a:ext cx="1344545" cy="1344543"/>
                </a:xfrm>
                <a:prstGeom prst="ellipse">
                  <a:avLst/>
                </a:prstGeom>
                <a:gradFill>
                  <a:gsLst>
                    <a:gs pos="0">
                      <a:srgbClr val="FFFFFF">
                        <a:alpha val="98823"/>
                      </a:srgbClr>
                    </a:gs>
                    <a:gs pos="43000">
                      <a:srgbClr val="F7F7F7"/>
                    </a:gs>
                    <a:gs pos="100000">
                      <a:srgbClr val="B8C0C0"/>
                    </a:gs>
                  </a:gsLst>
                  <a:lin ang="2700000" scaled="0"/>
                </a:gradFill>
                <a:ln>
                  <a:noFill/>
                </a:ln>
                <a:effectLst>
                  <a:outerShdw blurRad="139700" dist="88900" dir="2700000" algn="tl" rotWithShape="0">
                    <a:srgbClr val="494949">
                      <a:alpha val="29803"/>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sp>
              <p:nvSpPr>
                <p:cNvPr id="198" name="Google Shape;198;p5">
                  <a:extLst>
                    <a:ext uri="{FF2B5EF4-FFF2-40B4-BE49-F238E27FC236}">
                      <a16:creationId xmlns:a16="http://schemas.microsoft.com/office/drawing/2014/main" id="{47B3965D-EFC0-C2DB-CA0E-303B3705F054}"/>
                    </a:ext>
                  </a:extLst>
                </p:cNvPr>
                <p:cNvSpPr/>
                <p:nvPr/>
              </p:nvSpPr>
              <p:spPr>
                <a:xfrm>
                  <a:off x="7380501" y="3019185"/>
                  <a:ext cx="1596494" cy="1596494"/>
                </a:xfrm>
                <a:prstGeom prst="ellipse">
                  <a:avLst/>
                </a:prstGeom>
                <a:gradFill>
                  <a:gsLst>
                    <a:gs pos="0">
                      <a:srgbClr val="FFFFFF">
                        <a:alpha val="98823"/>
                      </a:srgbClr>
                    </a:gs>
                    <a:gs pos="11000">
                      <a:srgbClr val="FFFFFF">
                        <a:alpha val="98823"/>
                      </a:srgbClr>
                    </a:gs>
                    <a:gs pos="39000">
                      <a:schemeClr val="lt1"/>
                    </a:gs>
                    <a:gs pos="52999">
                      <a:srgbClr val="F7F7F7"/>
                    </a:gs>
                    <a:gs pos="100000">
                      <a:srgbClr val="B8C0C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grpSp>
          <p:sp>
            <p:nvSpPr>
              <p:cNvPr id="199" name="Google Shape;199;p5">
                <a:extLst>
                  <a:ext uri="{FF2B5EF4-FFF2-40B4-BE49-F238E27FC236}">
                    <a16:creationId xmlns:a16="http://schemas.microsoft.com/office/drawing/2014/main" id="{3F702DC1-F650-7489-A671-942716E1AF22}"/>
                  </a:ext>
                </a:extLst>
              </p:cNvPr>
              <p:cNvSpPr/>
              <p:nvPr/>
            </p:nvSpPr>
            <p:spPr>
              <a:xfrm>
                <a:off x="3222820" y="1148080"/>
                <a:ext cx="1284820" cy="1284821"/>
              </a:xfrm>
              <a:prstGeom prst="ellipse">
                <a:avLst/>
              </a:prstGeom>
              <a:solidFill>
                <a:schemeClr val="lt1">
                  <a:alpha val="13725"/>
                </a:schemeClr>
              </a:solidFill>
              <a:ln w="15875" cap="flat" cmpd="sng">
                <a:solidFill>
                  <a:schemeClr val="lt1"/>
                </a:solidFill>
                <a:prstDash val="solid"/>
                <a:miter lim="800000"/>
                <a:headEnd type="none" w="sm" len="sm"/>
                <a:tailEnd type="none" w="sm" len="sm"/>
              </a:ln>
              <a:effectLst>
                <a:outerShdw blurRad="215900" dist="88900" dir="2700000" algn="tl" rotWithShape="0">
                  <a:srgbClr val="000000">
                    <a:alpha val="10980"/>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grpSp>
        <p:sp>
          <p:nvSpPr>
            <p:cNvPr id="200" name="Google Shape;200;p5">
              <a:extLst>
                <a:ext uri="{FF2B5EF4-FFF2-40B4-BE49-F238E27FC236}">
                  <a16:creationId xmlns:a16="http://schemas.microsoft.com/office/drawing/2014/main" id="{9C907233-8417-169B-B68B-47E686236F94}"/>
                </a:ext>
              </a:extLst>
            </p:cNvPr>
            <p:cNvSpPr txBox="1"/>
            <p:nvPr/>
          </p:nvSpPr>
          <p:spPr>
            <a:xfrm>
              <a:off x="3514455" y="1292811"/>
              <a:ext cx="774240" cy="720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rgbClr val="FFB850"/>
                  </a:solidFill>
                  <a:latin typeface="Impact"/>
                  <a:ea typeface="Impact"/>
                  <a:cs typeface="Impact"/>
                  <a:sym typeface="Impact"/>
                </a:rPr>
                <a:t>01</a:t>
              </a:r>
              <a:endParaRPr sz="2800">
                <a:solidFill>
                  <a:srgbClr val="FFB850"/>
                </a:solidFill>
                <a:latin typeface="Impact"/>
                <a:ea typeface="Impact"/>
                <a:cs typeface="Impact"/>
                <a:sym typeface="Impact"/>
              </a:endParaRPr>
            </a:p>
          </p:txBody>
        </p:sp>
      </p:grpSp>
      <p:sp>
        <p:nvSpPr>
          <p:cNvPr id="201" name="Google Shape;201;p5">
            <a:extLst>
              <a:ext uri="{FF2B5EF4-FFF2-40B4-BE49-F238E27FC236}">
                <a16:creationId xmlns:a16="http://schemas.microsoft.com/office/drawing/2014/main" id="{89AFE197-4BF5-0F19-ECD6-32E47D153CF4}"/>
              </a:ext>
            </a:extLst>
          </p:cNvPr>
          <p:cNvSpPr txBox="1"/>
          <p:nvPr/>
        </p:nvSpPr>
        <p:spPr>
          <a:xfrm>
            <a:off x="2980807" y="1521544"/>
            <a:ext cx="6905838"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dirty="0">
                <a:solidFill>
                  <a:schemeClr val="dk1"/>
                </a:solidFill>
                <a:latin typeface="Times New Roman"/>
                <a:ea typeface="Times New Roman"/>
                <a:cs typeface="Times New Roman"/>
                <a:sym typeface="Times New Roman"/>
              </a:rPr>
              <a:t>Java Reflection</a:t>
            </a:r>
            <a:endParaRPr sz="2800" b="1" dirty="0">
              <a:solidFill>
                <a:schemeClr val="dk1"/>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F7A10D3B-BD76-9715-56D1-2F3764330DB6}"/>
              </a:ext>
            </a:extLst>
          </p:cNvPr>
          <p:cNvPicPr>
            <a:picLocks noChangeAspect="1"/>
          </p:cNvPicPr>
          <p:nvPr/>
        </p:nvPicPr>
        <p:blipFill>
          <a:blip r:embed="rId3"/>
          <a:stretch>
            <a:fillRect/>
          </a:stretch>
        </p:blipFill>
        <p:spPr>
          <a:xfrm>
            <a:off x="2963924" y="2781742"/>
            <a:ext cx="6373114" cy="3029373"/>
          </a:xfrm>
          <a:prstGeom prst="rect">
            <a:avLst/>
          </a:prstGeom>
        </p:spPr>
      </p:pic>
    </p:spTree>
    <p:extLst>
      <p:ext uri="{BB962C8B-B14F-4D97-AF65-F5344CB8AC3E}">
        <p14:creationId xmlns:p14="http://schemas.microsoft.com/office/powerpoint/2010/main" val="2726820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93"/>
                                        </p:tgtEl>
                                        <p:attrNameLst>
                                          <p:attrName>style.visibility</p:attrName>
                                        </p:attrNameLst>
                                      </p:cBhvr>
                                      <p:to>
                                        <p:strVal val="visible"/>
                                      </p:to>
                                    </p:set>
                                    <p:anim calcmode="lin" valueType="num">
                                      <p:cBhvr additive="base">
                                        <p:cTn id="7" dur="500"/>
                                        <p:tgtEl>
                                          <p:spTgt spid="193"/>
                                        </p:tgtEl>
                                        <p:attrNameLst>
                                          <p:attrName>ppt_x</p:attrName>
                                        </p:attrNameLst>
                                      </p:cBhvr>
                                      <p:tavLst>
                                        <p:tav tm="0">
                                          <p:val>
                                            <p:strVal val="#ppt_x-1"/>
                                          </p:val>
                                        </p:tav>
                                        <p:tav tm="100000">
                                          <p:val>
                                            <p:strVal val="#ppt_x"/>
                                          </p:val>
                                        </p:tav>
                                      </p:tavLst>
                                    </p:anim>
                                  </p:childTnLst>
                                </p:cTn>
                              </p:par>
                              <p:par>
                                <p:cTn id="8" presetID="2" presetClass="entr" presetSubtype="2" fill="hold" nodeType="withEffect">
                                  <p:stCondLst>
                                    <p:cond delay="0"/>
                                  </p:stCondLst>
                                  <p:childTnLst>
                                    <p:set>
                                      <p:cBhvr>
                                        <p:cTn id="9" dur="1" fill="hold">
                                          <p:stCondLst>
                                            <p:cond delay="0"/>
                                          </p:stCondLst>
                                        </p:cTn>
                                        <p:tgtEl>
                                          <p:spTgt spid="190"/>
                                        </p:tgtEl>
                                        <p:attrNameLst>
                                          <p:attrName>style.visibility</p:attrName>
                                        </p:attrNameLst>
                                      </p:cBhvr>
                                      <p:to>
                                        <p:strVal val="visible"/>
                                      </p:to>
                                    </p:set>
                                    <p:anim calcmode="lin" valueType="num">
                                      <p:cBhvr additive="base">
                                        <p:cTn id="10" dur="500"/>
                                        <p:tgtEl>
                                          <p:spTgt spid="190"/>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6">
          <a:extLst>
            <a:ext uri="{FF2B5EF4-FFF2-40B4-BE49-F238E27FC236}">
              <a16:creationId xmlns:a16="http://schemas.microsoft.com/office/drawing/2014/main" id="{2B530A11-BB4A-6CF4-1967-FDA762F4D0CE}"/>
            </a:ext>
          </a:extLst>
        </p:cNvPr>
        <p:cNvGrpSpPr/>
        <p:nvPr/>
      </p:nvGrpSpPr>
      <p:grpSpPr>
        <a:xfrm>
          <a:off x="0" y="0"/>
          <a:ext cx="0" cy="0"/>
          <a:chOff x="0" y="0"/>
          <a:chExt cx="0" cy="0"/>
        </a:xfrm>
      </p:grpSpPr>
      <p:grpSp>
        <p:nvGrpSpPr>
          <p:cNvPr id="190" name="Google Shape;190;p5">
            <a:extLst>
              <a:ext uri="{FF2B5EF4-FFF2-40B4-BE49-F238E27FC236}">
                <a16:creationId xmlns:a16="http://schemas.microsoft.com/office/drawing/2014/main" id="{0FC38726-DFE4-6764-A3A9-738B23D88BCA}"/>
              </a:ext>
            </a:extLst>
          </p:cNvPr>
          <p:cNvGrpSpPr/>
          <p:nvPr/>
        </p:nvGrpSpPr>
        <p:grpSpPr>
          <a:xfrm>
            <a:off x="1670730" y="1263299"/>
            <a:ext cx="8616270" cy="1007332"/>
            <a:chOff x="3129129" y="1121776"/>
            <a:chExt cx="5933741" cy="1171624"/>
          </a:xfrm>
        </p:grpSpPr>
        <p:sp>
          <p:nvSpPr>
            <p:cNvPr id="191" name="Google Shape;191;p5">
              <a:extLst>
                <a:ext uri="{FF2B5EF4-FFF2-40B4-BE49-F238E27FC236}">
                  <a16:creationId xmlns:a16="http://schemas.microsoft.com/office/drawing/2014/main" id="{7D4BC48E-7F3A-00BF-D261-2864257D17A1}"/>
                </a:ext>
              </a:extLst>
            </p:cNvPr>
            <p:cNvSpPr/>
            <p:nvPr/>
          </p:nvSpPr>
          <p:spPr>
            <a:xfrm>
              <a:off x="3129129" y="1121776"/>
              <a:ext cx="5933741" cy="1171624"/>
            </a:xfrm>
            <a:prstGeom prst="roundRect">
              <a:avLst>
                <a:gd name="adj" fmla="val 50000"/>
              </a:avLst>
            </a:prstGeom>
            <a:solidFill>
              <a:srgbClr val="D8D8D8">
                <a:alpha val="49803"/>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rgbClr val="FFAA2D"/>
                </a:solidFill>
                <a:latin typeface="Arial"/>
                <a:ea typeface="Arial"/>
                <a:cs typeface="Arial"/>
                <a:sym typeface="Arial"/>
              </a:endParaRPr>
            </a:p>
          </p:txBody>
        </p:sp>
        <p:sp>
          <p:nvSpPr>
            <p:cNvPr id="192" name="Google Shape;192;p5">
              <a:extLst>
                <a:ext uri="{FF2B5EF4-FFF2-40B4-BE49-F238E27FC236}">
                  <a16:creationId xmlns:a16="http://schemas.microsoft.com/office/drawing/2014/main" id="{30B92E47-F996-B2A2-C3E4-DA9AB6AD1032}"/>
                </a:ext>
              </a:extLst>
            </p:cNvPr>
            <p:cNvSpPr/>
            <p:nvPr/>
          </p:nvSpPr>
          <p:spPr>
            <a:xfrm>
              <a:off x="3289330" y="1253414"/>
              <a:ext cx="5613340" cy="908350"/>
            </a:xfrm>
            <a:prstGeom prst="roundRect">
              <a:avLst>
                <a:gd name="adj" fmla="val 50000"/>
              </a:avLst>
            </a:prstGeom>
            <a:gradFill>
              <a:gsLst>
                <a:gs pos="0">
                  <a:srgbClr val="FFAA2D"/>
                </a:gs>
                <a:gs pos="100000">
                  <a:srgbClr val="FFD393"/>
                </a:gs>
              </a:gsLst>
              <a:lin ang="0" scaled="0"/>
            </a:gradFill>
            <a:ln w="1905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rgbClr val="FFAA2D"/>
                </a:solidFill>
                <a:latin typeface="Arial"/>
                <a:ea typeface="Arial"/>
                <a:cs typeface="Arial"/>
                <a:sym typeface="Arial"/>
              </a:endParaRPr>
            </a:p>
          </p:txBody>
        </p:sp>
      </p:grpSp>
      <p:grpSp>
        <p:nvGrpSpPr>
          <p:cNvPr id="193" name="Google Shape;193;p5">
            <a:extLst>
              <a:ext uri="{FF2B5EF4-FFF2-40B4-BE49-F238E27FC236}">
                <a16:creationId xmlns:a16="http://schemas.microsoft.com/office/drawing/2014/main" id="{59D5DA75-CB34-200B-10F6-6A2DE07D885C}"/>
              </a:ext>
            </a:extLst>
          </p:cNvPr>
          <p:cNvGrpSpPr/>
          <p:nvPr/>
        </p:nvGrpSpPr>
        <p:grpSpPr>
          <a:xfrm>
            <a:off x="1782659" y="1240148"/>
            <a:ext cx="1674310" cy="1522886"/>
            <a:chOff x="3020983" y="881796"/>
            <a:chExt cx="2097410" cy="2097410"/>
          </a:xfrm>
        </p:grpSpPr>
        <p:grpSp>
          <p:nvGrpSpPr>
            <p:cNvPr id="194" name="Google Shape;194;p5">
              <a:extLst>
                <a:ext uri="{FF2B5EF4-FFF2-40B4-BE49-F238E27FC236}">
                  <a16:creationId xmlns:a16="http://schemas.microsoft.com/office/drawing/2014/main" id="{4A7C7346-A513-6B24-BBC2-A8C6DE6FF2FA}"/>
                </a:ext>
              </a:extLst>
            </p:cNvPr>
            <p:cNvGrpSpPr/>
            <p:nvPr/>
          </p:nvGrpSpPr>
          <p:grpSpPr>
            <a:xfrm>
              <a:off x="3020983" y="881796"/>
              <a:ext cx="2097410" cy="2097410"/>
              <a:chOff x="3099689" y="1098878"/>
              <a:chExt cx="1995612" cy="1995615"/>
            </a:xfrm>
          </p:grpSpPr>
          <p:grpSp>
            <p:nvGrpSpPr>
              <p:cNvPr id="195" name="Google Shape;195;p5">
                <a:extLst>
                  <a:ext uri="{FF2B5EF4-FFF2-40B4-BE49-F238E27FC236}">
                    <a16:creationId xmlns:a16="http://schemas.microsoft.com/office/drawing/2014/main" id="{791B8AE8-8A2F-144F-ED7C-8A2769C29221}"/>
                  </a:ext>
                </a:extLst>
              </p:cNvPr>
              <p:cNvGrpSpPr/>
              <p:nvPr/>
            </p:nvGrpSpPr>
            <p:grpSpPr>
              <a:xfrm>
                <a:off x="3099689" y="1098878"/>
                <a:ext cx="1995612" cy="1995615"/>
                <a:chOff x="6804316" y="2574806"/>
                <a:chExt cx="3585705" cy="3585705"/>
              </a:xfrm>
            </p:grpSpPr>
            <p:sp>
              <p:nvSpPr>
                <p:cNvPr id="196" name="Google Shape;196;p5">
                  <a:extLst>
                    <a:ext uri="{FF2B5EF4-FFF2-40B4-BE49-F238E27FC236}">
                      <a16:creationId xmlns:a16="http://schemas.microsoft.com/office/drawing/2014/main" id="{5D84DFD3-3634-036F-F376-52E931493C7C}"/>
                    </a:ext>
                  </a:extLst>
                </p:cNvPr>
                <p:cNvSpPr/>
                <p:nvPr/>
              </p:nvSpPr>
              <p:spPr>
                <a:xfrm rot="-2700000">
                  <a:off x="7501948" y="2927402"/>
                  <a:ext cx="2190440" cy="2880512"/>
                </a:xfrm>
                <a:custGeom>
                  <a:avLst/>
                  <a:gdLst/>
                  <a:ahLst/>
                  <a:cxnLst/>
                  <a:rect l="l" t="t" r="r" b="b"/>
                  <a:pathLst>
                    <a:path w="1696474" h="2070736" extrusionOk="0">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0">
                      <a:schemeClr val="dk1"/>
                    </a:gs>
                    <a:gs pos="17000">
                      <a:srgbClr val="000000">
                        <a:alpha val="45882"/>
                      </a:srgbClr>
                    </a:gs>
                    <a:gs pos="34000">
                      <a:srgbClr val="000000">
                        <a:alpha val="42745"/>
                      </a:srgbClr>
                    </a:gs>
                    <a:gs pos="51000">
                      <a:srgbClr val="000000">
                        <a:alpha val="20000"/>
                      </a:srgbClr>
                    </a:gs>
                    <a:gs pos="65000">
                      <a:srgbClr val="000000">
                        <a:alpha val="9803"/>
                      </a:srgbClr>
                    </a:gs>
                    <a:gs pos="78000">
                      <a:srgbClr val="000000">
                        <a:alpha val="4705"/>
                      </a:srgbClr>
                    </a:gs>
                    <a:gs pos="100000">
                      <a:srgbClr val="000000">
                        <a:alpha val="0"/>
                      </a:srgbClr>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sp>
              <p:nvSpPr>
                <p:cNvPr id="197" name="Google Shape;197;p5">
                  <a:extLst>
                    <a:ext uri="{FF2B5EF4-FFF2-40B4-BE49-F238E27FC236}">
                      <a16:creationId xmlns:a16="http://schemas.microsoft.com/office/drawing/2014/main" id="{B9F0BC0D-039A-4785-E95B-5F56091225B1}"/>
                    </a:ext>
                  </a:extLst>
                </p:cNvPr>
                <p:cNvSpPr/>
                <p:nvPr/>
              </p:nvSpPr>
              <p:spPr>
                <a:xfrm>
                  <a:off x="7567583" y="3243359"/>
                  <a:ext cx="1344545" cy="1344543"/>
                </a:xfrm>
                <a:prstGeom prst="ellipse">
                  <a:avLst/>
                </a:prstGeom>
                <a:gradFill>
                  <a:gsLst>
                    <a:gs pos="0">
                      <a:srgbClr val="FFFFFF">
                        <a:alpha val="98823"/>
                      </a:srgbClr>
                    </a:gs>
                    <a:gs pos="43000">
                      <a:srgbClr val="F7F7F7"/>
                    </a:gs>
                    <a:gs pos="100000">
                      <a:srgbClr val="B8C0C0"/>
                    </a:gs>
                  </a:gsLst>
                  <a:lin ang="2700000" scaled="0"/>
                </a:gradFill>
                <a:ln>
                  <a:noFill/>
                </a:ln>
                <a:effectLst>
                  <a:outerShdw blurRad="139700" dist="88900" dir="2700000" algn="tl" rotWithShape="0">
                    <a:srgbClr val="494949">
                      <a:alpha val="29803"/>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sp>
              <p:nvSpPr>
                <p:cNvPr id="198" name="Google Shape;198;p5">
                  <a:extLst>
                    <a:ext uri="{FF2B5EF4-FFF2-40B4-BE49-F238E27FC236}">
                      <a16:creationId xmlns:a16="http://schemas.microsoft.com/office/drawing/2014/main" id="{959844D9-DE5C-D8CF-9233-684C65B13244}"/>
                    </a:ext>
                  </a:extLst>
                </p:cNvPr>
                <p:cNvSpPr/>
                <p:nvPr/>
              </p:nvSpPr>
              <p:spPr>
                <a:xfrm>
                  <a:off x="7380501" y="3019185"/>
                  <a:ext cx="1596494" cy="1596494"/>
                </a:xfrm>
                <a:prstGeom prst="ellipse">
                  <a:avLst/>
                </a:prstGeom>
                <a:gradFill>
                  <a:gsLst>
                    <a:gs pos="0">
                      <a:srgbClr val="FFFFFF">
                        <a:alpha val="98823"/>
                      </a:srgbClr>
                    </a:gs>
                    <a:gs pos="11000">
                      <a:srgbClr val="FFFFFF">
                        <a:alpha val="98823"/>
                      </a:srgbClr>
                    </a:gs>
                    <a:gs pos="39000">
                      <a:schemeClr val="lt1"/>
                    </a:gs>
                    <a:gs pos="52999">
                      <a:srgbClr val="F7F7F7"/>
                    </a:gs>
                    <a:gs pos="100000">
                      <a:srgbClr val="B8C0C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grpSp>
          <p:sp>
            <p:nvSpPr>
              <p:cNvPr id="199" name="Google Shape;199;p5">
                <a:extLst>
                  <a:ext uri="{FF2B5EF4-FFF2-40B4-BE49-F238E27FC236}">
                    <a16:creationId xmlns:a16="http://schemas.microsoft.com/office/drawing/2014/main" id="{3D463E61-AF3C-B03E-E17B-8EA1BAEA952A}"/>
                  </a:ext>
                </a:extLst>
              </p:cNvPr>
              <p:cNvSpPr/>
              <p:nvPr/>
            </p:nvSpPr>
            <p:spPr>
              <a:xfrm>
                <a:off x="3222820" y="1148080"/>
                <a:ext cx="1284820" cy="1284821"/>
              </a:xfrm>
              <a:prstGeom prst="ellipse">
                <a:avLst/>
              </a:prstGeom>
              <a:solidFill>
                <a:schemeClr val="lt1">
                  <a:alpha val="13725"/>
                </a:schemeClr>
              </a:solidFill>
              <a:ln w="15875" cap="flat" cmpd="sng">
                <a:solidFill>
                  <a:schemeClr val="lt1"/>
                </a:solidFill>
                <a:prstDash val="solid"/>
                <a:miter lim="800000"/>
                <a:headEnd type="none" w="sm" len="sm"/>
                <a:tailEnd type="none" w="sm" len="sm"/>
              </a:ln>
              <a:effectLst>
                <a:outerShdw blurRad="215900" dist="88900" dir="2700000" algn="tl" rotWithShape="0">
                  <a:srgbClr val="000000">
                    <a:alpha val="10980"/>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grpSp>
        <p:sp>
          <p:nvSpPr>
            <p:cNvPr id="200" name="Google Shape;200;p5">
              <a:extLst>
                <a:ext uri="{FF2B5EF4-FFF2-40B4-BE49-F238E27FC236}">
                  <a16:creationId xmlns:a16="http://schemas.microsoft.com/office/drawing/2014/main" id="{63882475-D246-38E7-8394-F12A45F0CB89}"/>
                </a:ext>
              </a:extLst>
            </p:cNvPr>
            <p:cNvSpPr txBox="1"/>
            <p:nvPr/>
          </p:nvSpPr>
          <p:spPr>
            <a:xfrm>
              <a:off x="3514455" y="1292811"/>
              <a:ext cx="774240" cy="720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FFB850"/>
                  </a:solidFill>
                  <a:latin typeface="Impact"/>
                  <a:ea typeface="Impact"/>
                  <a:cs typeface="Impact"/>
                  <a:sym typeface="Impact"/>
                </a:rPr>
                <a:t>02</a:t>
              </a:r>
              <a:endParaRPr sz="2800" dirty="0">
                <a:solidFill>
                  <a:srgbClr val="FFB850"/>
                </a:solidFill>
                <a:latin typeface="Impact"/>
                <a:ea typeface="Impact"/>
                <a:cs typeface="Impact"/>
                <a:sym typeface="Impact"/>
              </a:endParaRPr>
            </a:p>
          </p:txBody>
        </p:sp>
      </p:grpSp>
      <p:sp>
        <p:nvSpPr>
          <p:cNvPr id="201" name="Google Shape;201;p5">
            <a:extLst>
              <a:ext uri="{FF2B5EF4-FFF2-40B4-BE49-F238E27FC236}">
                <a16:creationId xmlns:a16="http://schemas.microsoft.com/office/drawing/2014/main" id="{7AA949D8-171C-F50F-1566-D98A612803DC}"/>
              </a:ext>
            </a:extLst>
          </p:cNvPr>
          <p:cNvSpPr txBox="1"/>
          <p:nvPr/>
        </p:nvSpPr>
        <p:spPr>
          <a:xfrm>
            <a:off x="2980807" y="1521544"/>
            <a:ext cx="6905838"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dirty="0">
                <a:solidFill>
                  <a:schemeClr val="dk1"/>
                </a:solidFill>
                <a:latin typeface="Times New Roman"/>
                <a:ea typeface="Times New Roman"/>
                <a:cs typeface="Times New Roman"/>
                <a:sym typeface="Times New Roman"/>
              </a:rPr>
              <a:t>Java Annotation</a:t>
            </a:r>
            <a:endParaRPr sz="2800" b="1" dirty="0">
              <a:solidFill>
                <a:schemeClr val="dk1"/>
              </a:solidFill>
              <a:latin typeface="Times New Roman"/>
              <a:ea typeface="Times New Roman"/>
              <a:cs typeface="Times New Roman"/>
              <a:sym typeface="Times New Roman"/>
            </a:endParaRPr>
          </a:p>
        </p:txBody>
      </p:sp>
      <p:sp>
        <p:nvSpPr>
          <p:cNvPr id="202" name="Google Shape;202;p5">
            <a:extLst>
              <a:ext uri="{FF2B5EF4-FFF2-40B4-BE49-F238E27FC236}">
                <a16:creationId xmlns:a16="http://schemas.microsoft.com/office/drawing/2014/main" id="{6C95932D-6658-F5E3-64A0-3CF6277295BE}"/>
              </a:ext>
            </a:extLst>
          </p:cNvPr>
          <p:cNvSpPr/>
          <p:nvPr/>
        </p:nvSpPr>
        <p:spPr>
          <a:xfrm>
            <a:off x="1670730" y="2505849"/>
            <a:ext cx="8616269" cy="3437751"/>
          </a:xfrm>
          <a:prstGeom prst="rect">
            <a:avLst/>
          </a:prstGeom>
          <a:solidFill>
            <a:schemeClr val="lt1"/>
          </a:solidFill>
          <a:ln w="12700" cap="flat" cmpd="sng">
            <a:solidFill>
              <a:schemeClr val="accent4"/>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vi-VN" sz="2800" b="0" i="0" dirty="0">
                <a:solidFill>
                  <a:srgbClr val="222222"/>
                </a:solidFill>
                <a:effectLst/>
                <a:latin typeface="Times New Roman" panose="02020603050405020304" pitchFamily="18" charset="0"/>
                <a:cs typeface="Times New Roman" panose="02020603050405020304" pitchFamily="18" charset="0"/>
              </a:rPr>
              <a:t>Annotations trong Java là một cách để gắn thêm siêu dữ liệu vào mã nguồn, giúp cung cấp thông tin cho trình biên dịch, môi trường runtime hoặc công cụ xử lý mã về cách mà một phần mã nhất định nên được sử dụng hoặc hiểu. Các annotation không trực tiếp ảnh hưởng đến logic chương trình mà hỗ trợ các công cụ hoặc framework xử lý mã dễ dàng và hiệu quả hơn.</a:t>
            </a:r>
            <a:endParaRPr lang="vi-VN" sz="28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1778004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93"/>
                                        </p:tgtEl>
                                        <p:attrNameLst>
                                          <p:attrName>style.visibility</p:attrName>
                                        </p:attrNameLst>
                                      </p:cBhvr>
                                      <p:to>
                                        <p:strVal val="visible"/>
                                      </p:to>
                                    </p:set>
                                    <p:anim calcmode="lin" valueType="num">
                                      <p:cBhvr additive="base">
                                        <p:cTn id="7" dur="500"/>
                                        <p:tgtEl>
                                          <p:spTgt spid="193"/>
                                        </p:tgtEl>
                                        <p:attrNameLst>
                                          <p:attrName>ppt_x</p:attrName>
                                        </p:attrNameLst>
                                      </p:cBhvr>
                                      <p:tavLst>
                                        <p:tav tm="0">
                                          <p:val>
                                            <p:strVal val="#ppt_x-1"/>
                                          </p:val>
                                        </p:tav>
                                        <p:tav tm="100000">
                                          <p:val>
                                            <p:strVal val="#ppt_x"/>
                                          </p:val>
                                        </p:tav>
                                      </p:tavLst>
                                    </p:anim>
                                  </p:childTnLst>
                                </p:cTn>
                              </p:par>
                              <p:par>
                                <p:cTn id="8" presetID="2" presetClass="entr" presetSubtype="2" fill="hold" nodeType="withEffect">
                                  <p:stCondLst>
                                    <p:cond delay="0"/>
                                  </p:stCondLst>
                                  <p:childTnLst>
                                    <p:set>
                                      <p:cBhvr>
                                        <p:cTn id="9" dur="1" fill="hold">
                                          <p:stCondLst>
                                            <p:cond delay="0"/>
                                          </p:stCondLst>
                                        </p:cTn>
                                        <p:tgtEl>
                                          <p:spTgt spid="190"/>
                                        </p:tgtEl>
                                        <p:attrNameLst>
                                          <p:attrName>style.visibility</p:attrName>
                                        </p:attrNameLst>
                                      </p:cBhvr>
                                      <p:to>
                                        <p:strVal val="visible"/>
                                      </p:to>
                                    </p:set>
                                    <p:anim calcmode="lin" valueType="num">
                                      <p:cBhvr additive="base">
                                        <p:cTn id="10" dur="500"/>
                                        <p:tgtEl>
                                          <p:spTgt spid="190"/>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6">
          <a:extLst>
            <a:ext uri="{FF2B5EF4-FFF2-40B4-BE49-F238E27FC236}">
              <a16:creationId xmlns:a16="http://schemas.microsoft.com/office/drawing/2014/main" id="{2B530A11-BB4A-6CF4-1967-FDA762F4D0CE}"/>
            </a:ext>
          </a:extLst>
        </p:cNvPr>
        <p:cNvGrpSpPr/>
        <p:nvPr/>
      </p:nvGrpSpPr>
      <p:grpSpPr>
        <a:xfrm>
          <a:off x="0" y="0"/>
          <a:ext cx="0" cy="0"/>
          <a:chOff x="0" y="0"/>
          <a:chExt cx="0" cy="0"/>
        </a:xfrm>
      </p:grpSpPr>
      <p:grpSp>
        <p:nvGrpSpPr>
          <p:cNvPr id="190" name="Google Shape;190;p5">
            <a:extLst>
              <a:ext uri="{FF2B5EF4-FFF2-40B4-BE49-F238E27FC236}">
                <a16:creationId xmlns:a16="http://schemas.microsoft.com/office/drawing/2014/main" id="{0FC38726-DFE4-6764-A3A9-738B23D88BCA}"/>
              </a:ext>
            </a:extLst>
          </p:cNvPr>
          <p:cNvGrpSpPr/>
          <p:nvPr/>
        </p:nvGrpSpPr>
        <p:grpSpPr>
          <a:xfrm>
            <a:off x="1670730" y="1263299"/>
            <a:ext cx="8616270" cy="1007332"/>
            <a:chOff x="3129129" y="1121776"/>
            <a:chExt cx="5933741" cy="1171624"/>
          </a:xfrm>
        </p:grpSpPr>
        <p:sp>
          <p:nvSpPr>
            <p:cNvPr id="191" name="Google Shape;191;p5">
              <a:extLst>
                <a:ext uri="{FF2B5EF4-FFF2-40B4-BE49-F238E27FC236}">
                  <a16:creationId xmlns:a16="http://schemas.microsoft.com/office/drawing/2014/main" id="{7D4BC48E-7F3A-00BF-D261-2864257D17A1}"/>
                </a:ext>
              </a:extLst>
            </p:cNvPr>
            <p:cNvSpPr/>
            <p:nvPr/>
          </p:nvSpPr>
          <p:spPr>
            <a:xfrm>
              <a:off x="3129129" y="1121776"/>
              <a:ext cx="5933741" cy="1171624"/>
            </a:xfrm>
            <a:prstGeom prst="roundRect">
              <a:avLst>
                <a:gd name="adj" fmla="val 50000"/>
              </a:avLst>
            </a:prstGeom>
            <a:solidFill>
              <a:srgbClr val="D8D8D8">
                <a:alpha val="49803"/>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rgbClr val="FFAA2D"/>
                </a:solidFill>
                <a:latin typeface="Arial"/>
                <a:ea typeface="Arial"/>
                <a:cs typeface="Arial"/>
                <a:sym typeface="Arial"/>
              </a:endParaRPr>
            </a:p>
          </p:txBody>
        </p:sp>
        <p:sp>
          <p:nvSpPr>
            <p:cNvPr id="192" name="Google Shape;192;p5">
              <a:extLst>
                <a:ext uri="{FF2B5EF4-FFF2-40B4-BE49-F238E27FC236}">
                  <a16:creationId xmlns:a16="http://schemas.microsoft.com/office/drawing/2014/main" id="{30B92E47-F996-B2A2-C3E4-DA9AB6AD1032}"/>
                </a:ext>
              </a:extLst>
            </p:cNvPr>
            <p:cNvSpPr/>
            <p:nvPr/>
          </p:nvSpPr>
          <p:spPr>
            <a:xfrm>
              <a:off x="3289330" y="1253414"/>
              <a:ext cx="5613340" cy="908350"/>
            </a:xfrm>
            <a:prstGeom prst="roundRect">
              <a:avLst>
                <a:gd name="adj" fmla="val 50000"/>
              </a:avLst>
            </a:prstGeom>
            <a:gradFill>
              <a:gsLst>
                <a:gs pos="0">
                  <a:srgbClr val="FFAA2D"/>
                </a:gs>
                <a:gs pos="100000">
                  <a:srgbClr val="FFD393"/>
                </a:gs>
              </a:gsLst>
              <a:lin ang="0" scaled="0"/>
            </a:gradFill>
            <a:ln w="1905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rgbClr val="FFAA2D"/>
                </a:solidFill>
                <a:latin typeface="Arial"/>
                <a:ea typeface="Arial"/>
                <a:cs typeface="Arial"/>
                <a:sym typeface="Arial"/>
              </a:endParaRPr>
            </a:p>
          </p:txBody>
        </p:sp>
      </p:grpSp>
      <p:grpSp>
        <p:nvGrpSpPr>
          <p:cNvPr id="193" name="Google Shape;193;p5">
            <a:extLst>
              <a:ext uri="{FF2B5EF4-FFF2-40B4-BE49-F238E27FC236}">
                <a16:creationId xmlns:a16="http://schemas.microsoft.com/office/drawing/2014/main" id="{59D5DA75-CB34-200B-10F6-6A2DE07D885C}"/>
              </a:ext>
            </a:extLst>
          </p:cNvPr>
          <p:cNvGrpSpPr/>
          <p:nvPr/>
        </p:nvGrpSpPr>
        <p:grpSpPr>
          <a:xfrm>
            <a:off x="1782659" y="1240148"/>
            <a:ext cx="1674310" cy="1522886"/>
            <a:chOff x="3020983" y="881796"/>
            <a:chExt cx="2097410" cy="2097410"/>
          </a:xfrm>
        </p:grpSpPr>
        <p:grpSp>
          <p:nvGrpSpPr>
            <p:cNvPr id="194" name="Google Shape;194;p5">
              <a:extLst>
                <a:ext uri="{FF2B5EF4-FFF2-40B4-BE49-F238E27FC236}">
                  <a16:creationId xmlns:a16="http://schemas.microsoft.com/office/drawing/2014/main" id="{4A7C7346-A513-6B24-BBC2-A8C6DE6FF2FA}"/>
                </a:ext>
              </a:extLst>
            </p:cNvPr>
            <p:cNvGrpSpPr/>
            <p:nvPr/>
          </p:nvGrpSpPr>
          <p:grpSpPr>
            <a:xfrm>
              <a:off x="3020983" y="881796"/>
              <a:ext cx="2097410" cy="2097410"/>
              <a:chOff x="3099689" y="1098878"/>
              <a:chExt cx="1995612" cy="1995615"/>
            </a:xfrm>
          </p:grpSpPr>
          <p:grpSp>
            <p:nvGrpSpPr>
              <p:cNvPr id="195" name="Google Shape;195;p5">
                <a:extLst>
                  <a:ext uri="{FF2B5EF4-FFF2-40B4-BE49-F238E27FC236}">
                    <a16:creationId xmlns:a16="http://schemas.microsoft.com/office/drawing/2014/main" id="{791B8AE8-8A2F-144F-ED7C-8A2769C29221}"/>
                  </a:ext>
                </a:extLst>
              </p:cNvPr>
              <p:cNvGrpSpPr/>
              <p:nvPr/>
            </p:nvGrpSpPr>
            <p:grpSpPr>
              <a:xfrm>
                <a:off x="3099689" y="1098878"/>
                <a:ext cx="1995612" cy="1995615"/>
                <a:chOff x="6804316" y="2574806"/>
                <a:chExt cx="3585705" cy="3585705"/>
              </a:xfrm>
            </p:grpSpPr>
            <p:sp>
              <p:nvSpPr>
                <p:cNvPr id="196" name="Google Shape;196;p5">
                  <a:extLst>
                    <a:ext uri="{FF2B5EF4-FFF2-40B4-BE49-F238E27FC236}">
                      <a16:creationId xmlns:a16="http://schemas.microsoft.com/office/drawing/2014/main" id="{5D84DFD3-3634-036F-F376-52E931493C7C}"/>
                    </a:ext>
                  </a:extLst>
                </p:cNvPr>
                <p:cNvSpPr/>
                <p:nvPr/>
              </p:nvSpPr>
              <p:spPr>
                <a:xfrm rot="-2700000">
                  <a:off x="7501948" y="2927402"/>
                  <a:ext cx="2190440" cy="2880512"/>
                </a:xfrm>
                <a:custGeom>
                  <a:avLst/>
                  <a:gdLst/>
                  <a:ahLst/>
                  <a:cxnLst/>
                  <a:rect l="l" t="t" r="r" b="b"/>
                  <a:pathLst>
                    <a:path w="1696474" h="2070736" extrusionOk="0">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0">
                      <a:schemeClr val="dk1"/>
                    </a:gs>
                    <a:gs pos="17000">
                      <a:srgbClr val="000000">
                        <a:alpha val="45882"/>
                      </a:srgbClr>
                    </a:gs>
                    <a:gs pos="34000">
                      <a:srgbClr val="000000">
                        <a:alpha val="42745"/>
                      </a:srgbClr>
                    </a:gs>
                    <a:gs pos="51000">
                      <a:srgbClr val="000000">
                        <a:alpha val="20000"/>
                      </a:srgbClr>
                    </a:gs>
                    <a:gs pos="65000">
                      <a:srgbClr val="000000">
                        <a:alpha val="9803"/>
                      </a:srgbClr>
                    </a:gs>
                    <a:gs pos="78000">
                      <a:srgbClr val="000000">
                        <a:alpha val="4705"/>
                      </a:srgbClr>
                    </a:gs>
                    <a:gs pos="100000">
                      <a:srgbClr val="000000">
                        <a:alpha val="0"/>
                      </a:srgbClr>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sp>
              <p:nvSpPr>
                <p:cNvPr id="197" name="Google Shape;197;p5">
                  <a:extLst>
                    <a:ext uri="{FF2B5EF4-FFF2-40B4-BE49-F238E27FC236}">
                      <a16:creationId xmlns:a16="http://schemas.microsoft.com/office/drawing/2014/main" id="{B9F0BC0D-039A-4785-E95B-5F56091225B1}"/>
                    </a:ext>
                  </a:extLst>
                </p:cNvPr>
                <p:cNvSpPr/>
                <p:nvPr/>
              </p:nvSpPr>
              <p:spPr>
                <a:xfrm>
                  <a:off x="7567583" y="3243359"/>
                  <a:ext cx="1344545" cy="1344543"/>
                </a:xfrm>
                <a:prstGeom prst="ellipse">
                  <a:avLst/>
                </a:prstGeom>
                <a:gradFill>
                  <a:gsLst>
                    <a:gs pos="0">
                      <a:srgbClr val="FFFFFF">
                        <a:alpha val="98823"/>
                      </a:srgbClr>
                    </a:gs>
                    <a:gs pos="43000">
                      <a:srgbClr val="F7F7F7"/>
                    </a:gs>
                    <a:gs pos="100000">
                      <a:srgbClr val="B8C0C0"/>
                    </a:gs>
                  </a:gsLst>
                  <a:lin ang="2700000" scaled="0"/>
                </a:gradFill>
                <a:ln>
                  <a:noFill/>
                </a:ln>
                <a:effectLst>
                  <a:outerShdw blurRad="139700" dist="88900" dir="2700000" algn="tl" rotWithShape="0">
                    <a:srgbClr val="494949">
                      <a:alpha val="29803"/>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sp>
              <p:nvSpPr>
                <p:cNvPr id="198" name="Google Shape;198;p5">
                  <a:extLst>
                    <a:ext uri="{FF2B5EF4-FFF2-40B4-BE49-F238E27FC236}">
                      <a16:creationId xmlns:a16="http://schemas.microsoft.com/office/drawing/2014/main" id="{959844D9-DE5C-D8CF-9233-684C65B13244}"/>
                    </a:ext>
                  </a:extLst>
                </p:cNvPr>
                <p:cNvSpPr/>
                <p:nvPr/>
              </p:nvSpPr>
              <p:spPr>
                <a:xfrm>
                  <a:off x="7380501" y="3019185"/>
                  <a:ext cx="1596494" cy="1596494"/>
                </a:xfrm>
                <a:prstGeom prst="ellipse">
                  <a:avLst/>
                </a:prstGeom>
                <a:gradFill>
                  <a:gsLst>
                    <a:gs pos="0">
                      <a:srgbClr val="FFFFFF">
                        <a:alpha val="98823"/>
                      </a:srgbClr>
                    </a:gs>
                    <a:gs pos="11000">
                      <a:srgbClr val="FFFFFF">
                        <a:alpha val="98823"/>
                      </a:srgbClr>
                    </a:gs>
                    <a:gs pos="39000">
                      <a:schemeClr val="lt1"/>
                    </a:gs>
                    <a:gs pos="52999">
                      <a:srgbClr val="F7F7F7"/>
                    </a:gs>
                    <a:gs pos="100000">
                      <a:srgbClr val="B8C0C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grpSp>
          <p:sp>
            <p:nvSpPr>
              <p:cNvPr id="199" name="Google Shape;199;p5">
                <a:extLst>
                  <a:ext uri="{FF2B5EF4-FFF2-40B4-BE49-F238E27FC236}">
                    <a16:creationId xmlns:a16="http://schemas.microsoft.com/office/drawing/2014/main" id="{3D463E61-AF3C-B03E-E17B-8EA1BAEA952A}"/>
                  </a:ext>
                </a:extLst>
              </p:cNvPr>
              <p:cNvSpPr/>
              <p:nvPr/>
            </p:nvSpPr>
            <p:spPr>
              <a:xfrm>
                <a:off x="3222820" y="1148080"/>
                <a:ext cx="1284820" cy="1284821"/>
              </a:xfrm>
              <a:prstGeom prst="ellipse">
                <a:avLst/>
              </a:prstGeom>
              <a:solidFill>
                <a:schemeClr val="lt1">
                  <a:alpha val="13725"/>
                </a:schemeClr>
              </a:solidFill>
              <a:ln w="15875" cap="flat" cmpd="sng">
                <a:solidFill>
                  <a:schemeClr val="lt1"/>
                </a:solidFill>
                <a:prstDash val="solid"/>
                <a:miter lim="800000"/>
                <a:headEnd type="none" w="sm" len="sm"/>
                <a:tailEnd type="none" w="sm" len="sm"/>
              </a:ln>
              <a:effectLst>
                <a:outerShdw blurRad="215900" dist="88900" dir="2700000" algn="tl" rotWithShape="0">
                  <a:srgbClr val="000000">
                    <a:alpha val="10980"/>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grpSp>
        <p:sp>
          <p:nvSpPr>
            <p:cNvPr id="200" name="Google Shape;200;p5">
              <a:extLst>
                <a:ext uri="{FF2B5EF4-FFF2-40B4-BE49-F238E27FC236}">
                  <a16:creationId xmlns:a16="http://schemas.microsoft.com/office/drawing/2014/main" id="{63882475-D246-38E7-8394-F12A45F0CB89}"/>
                </a:ext>
              </a:extLst>
            </p:cNvPr>
            <p:cNvSpPr txBox="1"/>
            <p:nvPr/>
          </p:nvSpPr>
          <p:spPr>
            <a:xfrm>
              <a:off x="3514455" y="1292811"/>
              <a:ext cx="774240" cy="720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FFB850"/>
                  </a:solidFill>
                  <a:latin typeface="Impact"/>
                  <a:ea typeface="Impact"/>
                  <a:cs typeface="Impact"/>
                  <a:sym typeface="Impact"/>
                </a:rPr>
                <a:t>02</a:t>
              </a:r>
              <a:endParaRPr sz="2800" dirty="0">
                <a:solidFill>
                  <a:srgbClr val="FFB850"/>
                </a:solidFill>
                <a:latin typeface="Impact"/>
                <a:ea typeface="Impact"/>
                <a:cs typeface="Impact"/>
                <a:sym typeface="Impact"/>
              </a:endParaRPr>
            </a:p>
          </p:txBody>
        </p:sp>
      </p:grpSp>
      <p:sp>
        <p:nvSpPr>
          <p:cNvPr id="201" name="Google Shape;201;p5">
            <a:extLst>
              <a:ext uri="{FF2B5EF4-FFF2-40B4-BE49-F238E27FC236}">
                <a16:creationId xmlns:a16="http://schemas.microsoft.com/office/drawing/2014/main" id="{7AA949D8-171C-F50F-1566-D98A612803DC}"/>
              </a:ext>
            </a:extLst>
          </p:cNvPr>
          <p:cNvSpPr txBox="1"/>
          <p:nvPr/>
        </p:nvSpPr>
        <p:spPr>
          <a:xfrm>
            <a:off x="2980807" y="1521544"/>
            <a:ext cx="6905838"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dirty="0">
                <a:solidFill>
                  <a:schemeClr val="dk1"/>
                </a:solidFill>
                <a:latin typeface="Times New Roman"/>
                <a:ea typeface="Times New Roman"/>
                <a:cs typeface="Times New Roman"/>
                <a:sym typeface="Times New Roman"/>
              </a:rPr>
              <a:t>Java Annotation</a:t>
            </a:r>
            <a:endParaRPr sz="2800" b="1" dirty="0">
              <a:solidFill>
                <a:schemeClr val="dk1"/>
              </a:solidFill>
              <a:latin typeface="Times New Roman"/>
              <a:ea typeface="Times New Roman"/>
              <a:cs typeface="Times New Roman"/>
              <a:sym typeface="Times New Roman"/>
            </a:endParaRPr>
          </a:p>
        </p:txBody>
      </p:sp>
      <p:sp>
        <p:nvSpPr>
          <p:cNvPr id="202" name="Google Shape;202;p5">
            <a:extLst>
              <a:ext uri="{FF2B5EF4-FFF2-40B4-BE49-F238E27FC236}">
                <a16:creationId xmlns:a16="http://schemas.microsoft.com/office/drawing/2014/main" id="{6C95932D-6658-F5E3-64A0-3CF6277295BE}"/>
              </a:ext>
            </a:extLst>
          </p:cNvPr>
          <p:cNvSpPr/>
          <p:nvPr/>
        </p:nvSpPr>
        <p:spPr>
          <a:xfrm>
            <a:off x="1670730" y="2505849"/>
            <a:ext cx="8616269" cy="3437751"/>
          </a:xfrm>
          <a:prstGeom prst="rect">
            <a:avLst/>
          </a:prstGeom>
          <a:solidFill>
            <a:schemeClr val="lt1"/>
          </a:solidFill>
          <a:ln w="12700" cap="flat" cmpd="sng">
            <a:solidFill>
              <a:schemeClr val="accent4"/>
            </a:solidFill>
            <a:prstDash val="solid"/>
            <a:miter lim="800000"/>
            <a:headEnd type="none" w="sm" len="sm"/>
            <a:tailEnd type="none" w="sm" len="sm"/>
          </a:ln>
        </p:spPr>
        <p:txBody>
          <a:bodyPr spcFirstLastPara="1" wrap="square" lIns="91425" tIns="45700" rIns="91425" bIns="45700" anchor="t" anchorCtr="0">
            <a:noAutofit/>
          </a:bodyPr>
          <a:lstStyle/>
          <a:p>
            <a:pPr lvl="0"/>
            <a:r>
              <a:rPr lang="vi-VN" sz="2800" dirty="0">
                <a:solidFill>
                  <a:srgbClr val="222222"/>
                </a:solidFill>
                <a:latin typeface="Times New Roman" panose="02020603050405020304" pitchFamily="18" charset="0"/>
                <a:cs typeface="Times New Roman" panose="02020603050405020304" pitchFamily="18" charset="0"/>
              </a:rPr>
              <a:t>•	Được định nghĩa bằng từ khóa @interface.</a:t>
            </a:r>
          </a:p>
          <a:p>
            <a:pPr lvl="0"/>
            <a:r>
              <a:rPr lang="vi-VN" sz="2800" dirty="0">
                <a:solidFill>
                  <a:srgbClr val="222222"/>
                </a:solidFill>
                <a:latin typeface="Times New Roman" panose="02020603050405020304" pitchFamily="18" charset="0"/>
                <a:cs typeface="Times New Roman" panose="02020603050405020304" pitchFamily="18" charset="0"/>
              </a:rPr>
              <a:t>•	Chúng có thể được xử lý trong thời gian chạy, thời gian biên dịch, hoặc bởi các công cụ khác.</a:t>
            </a:r>
          </a:p>
          <a:p>
            <a:pPr lvl="0"/>
            <a:r>
              <a:rPr lang="vi-VN" sz="2800" dirty="0">
                <a:solidFill>
                  <a:srgbClr val="222222"/>
                </a:solidFill>
                <a:latin typeface="Times New Roman" panose="02020603050405020304" pitchFamily="18" charset="0"/>
                <a:cs typeface="Times New Roman" panose="02020603050405020304" pitchFamily="18" charset="0"/>
              </a:rPr>
              <a:t>•	Annotations tùy chỉnh thường có RetentionPolicy và Target để chỉ định nơi chúng có thể áp dụng và thời gian duy trì.</a:t>
            </a:r>
          </a:p>
        </p:txBody>
      </p:sp>
    </p:spTree>
    <p:extLst>
      <p:ext uri="{BB962C8B-B14F-4D97-AF65-F5344CB8AC3E}">
        <p14:creationId xmlns:p14="http://schemas.microsoft.com/office/powerpoint/2010/main" val="1056536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93"/>
                                        </p:tgtEl>
                                        <p:attrNameLst>
                                          <p:attrName>style.visibility</p:attrName>
                                        </p:attrNameLst>
                                      </p:cBhvr>
                                      <p:to>
                                        <p:strVal val="visible"/>
                                      </p:to>
                                    </p:set>
                                    <p:anim calcmode="lin" valueType="num">
                                      <p:cBhvr additive="base">
                                        <p:cTn id="7" dur="500"/>
                                        <p:tgtEl>
                                          <p:spTgt spid="193"/>
                                        </p:tgtEl>
                                        <p:attrNameLst>
                                          <p:attrName>ppt_x</p:attrName>
                                        </p:attrNameLst>
                                      </p:cBhvr>
                                      <p:tavLst>
                                        <p:tav tm="0">
                                          <p:val>
                                            <p:strVal val="#ppt_x-1"/>
                                          </p:val>
                                        </p:tav>
                                        <p:tav tm="100000">
                                          <p:val>
                                            <p:strVal val="#ppt_x"/>
                                          </p:val>
                                        </p:tav>
                                      </p:tavLst>
                                    </p:anim>
                                  </p:childTnLst>
                                </p:cTn>
                              </p:par>
                              <p:par>
                                <p:cTn id="8" presetID="2" presetClass="entr" presetSubtype="2" fill="hold" nodeType="withEffect">
                                  <p:stCondLst>
                                    <p:cond delay="0"/>
                                  </p:stCondLst>
                                  <p:childTnLst>
                                    <p:set>
                                      <p:cBhvr>
                                        <p:cTn id="9" dur="1" fill="hold">
                                          <p:stCondLst>
                                            <p:cond delay="0"/>
                                          </p:stCondLst>
                                        </p:cTn>
                                        <p:tgtEl>
                                          <p:spTgt spid="190"/>
                                        </p:tgtEl>
                                        <p:attrNameLst>
                                          <p:attrName>style.visibility</p:attrName>
                                        </p:attrNameLst>
                                      </p:cBhvr>
                                      <p:to>
                                        <p:strVal val="visible"/>
                                      </p:to>
                                    </p:set>
                                    <p:anim calcmode="lin" valueType="num">
                                      <p:cBhvr additive="base">
                                        <p:cTn id="10" dur="500"/>
                                        <p:tgtEl>
                                          <p:spTgt spid="190"/>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grpSp>
        <p:nvGrpSpPr>
          <p:cNvPr id="401" name="Google Shape;401;p12"/>
          <p:cNvGrpSpPr/>
          <p:nvPr/>
        </p:nvGrpSpPr>
        <p:grpSpPr>
          <a:xfrm>
            <a:off x="1517289" y="964416"/>
            <a:ext cx="8712598" cy="852875"/>
            <a:chOff x="3129129" y="1121776"/>
            <a:chExt cx="5933741" cy="1171624"/>
          </a:xfrm>
        </p:grpSpPr>
        <p:sp>
          <p:nvSpPr>
            <p:cNvPr id="402" name="Google Shape;402;p12"/>
            <p:cNvSpPr/>
            <p:nvPr/>
          </p:nvSpPr>
          <p:spPr>
            <a:xfrm>
              <a:off x="3129129" y="1121776"/>
              <a:ext cx="5933741" cy="1171624"/>
            </a:xfrm>
            <a:prstGeom prst="roundRect">
              <a:avLst>
                <a:gd name="adj" fmla="val 50000"/>
              </a:avLst>
            </a:prstGeom>
            <a:solidFill>
              <a:srgbClr val="D8D8D8">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AA2D"/>
                </a:solidFill>
                <a:latin typeface="Arial"/>
                <a:ea typeface="Arial"/>
                <a:cs typeface="Arial"/>
                <a:sym typeface="Arial"/>
              </a:endParaRPr>
            </a:p>
          </p:txBody>
        </p:sp>
        <p:sp>
          <p:nvSpPr>
            <p:cNvPr id="403" name="Google Shape;403;p12"/>
            <p:cNvSpPr/>
            <p:nvPr/>
          </p:nvSpPr>
          <p:spPr>
            <a:xfrm>
              <a:off x="3289330" y="1253414"/>
              <a:ext cx="5716387" cy="908350"/>
            </a:xfrm>
            <a:prstGeom prst="roundRect">
              <a:avLst>
                <a:gd name="adj" fmla="val 50000"/>
              </a:avLst>
            </a:prstGeom>
            <a:gradFill>
              <a:gsLst>
                <a:gs pos="0">
                  <a:srgbClr val="01ACBE"/>
                </a:gs>
                <a:gs pos="100000">
                  <a:srgbClr val="01DAF1"/>
                </a:gs>
              </a:gsLst>
              <a:lin ang="0" scaled="0"/>
            </a:gradFill>
            <a:ln w="19050" cap="flat" cmpd="sng">
              <a:solidFill>
                <a:srgbClr val="01DAF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AA2D"/>
                </a:solidFill>
                <a:latin typeface="Arial"/>
                <a:ea typeface="Arial"/>
                <a:cs typeface="Arial"/>
                <a:sym typeface="Arial"/>
              </a:endParaRPr>
            </a:p>
          </p:txBody>
        </p:sp>
      </p:grpSp>
      <p:grpSp>
        <p:nvGrpSpPr>
          <p:cNvPr id="404" name="Google Shape;404;p12"/>
          <p:cNvGrpSpPr/>
          <p:nvPr/>
        </p:nvGrpSpPr>
        <p:grpSpPr>
          <a:xfrm>
            <a:off x="1618428" y="897169"/>
            <a:ext cx="1561211" cy="1446832"/>
            <a:chOff x="3020983" y="881796"/>
            <a:chExt cx="2097410" cy="2097410"/>
          </a:xfrm>
        </p:grpSpPr>
        <p:grpSp>
          <p:nvGrpSpPr>
            <p:cNvPr id="405" name="Google Shape;405;p12"/>
            <p:cNvGrpSpPr/>
            <p:nvPr/>
          </p:nvGrpSpPr>
          <p:grpSpPr>
            <a:xfrm>
              <a:off x="3020983" y="881796"/>
              <a:ext cx="2097410" cy="2097410"/>
              <a:chOff x="3099689" y="1098878"/>
              <a:chExt cx="1995612" cy="1995615"/>
            </a:xfrm>
          </p:grpSpPr>
          <p:grpSp>
            <p:nvGrpSpPr>
              <p:cNvPr id="406" name="Google Shape;406;p12"/>
              <p:cNvGrpSpPr/>
              <p:nvPr/>
            </p:nvGrpSpPr>
            <p:grpSpPr>
              <a:xfrm>
                <a:off x="3099689" y="1098878"/>
                <a:ext cx="1995612" cy="1995615"/>
                <a:chOff x="6804316" y="2574806"/>
                <a:chExt cx="3585705" cy="3585705"/>
              </a:xfrm>
            </p:grpSpPr>
            <p:sp>
              <p:nvSpPr>
                <p:cNvPr id="407" name="Google Shape;407;p12"/>
                <p:cNvSpPr/>
                <p:nvPr/>
              </p:nvSpPr>
              <p:spPr>
                <a:xfrm rot="-2700000">
                  <a:off x="7501948" y="2927402"/>
                  <a:ext cx="2190440" cy="2880512"/>
                </a:xfrm>
                <a:custGeom>
                  <a:avLst/>
                  <a:gdLst/>
                  <a:ahLst/>
                  <a:cxnLst/>
                  <a:rect l="l" t="t" r="r" b="b"/>
                  <a:pathLst>
                    <a:path w="1696474" h="2070736" extrusionOk="0">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0">
                      <a:schemeClr val="dk1"/>
                    </a:gs>
                    <a:gs pos="17000">
                      <a:srgbClr val="000000">
                        <a:alpha val="45882"/>
                      </a:srgbClr>
                    </a:gs>
                    <a:gs pos="34000">
                      <a:srgbClr val="000000">
                        <a:alpha val="42745"/>
                      </a:srgbClr>
                    </a:gs>
                    <a:gs pos="51000">
                      <a:srgbClr val="000000">
                        <a:alpha val="20000"/>
                      </a:srgbClr>
                    </a:gs>
                    <a:gs pos="65000">
                      <a:srgbClr val="000000">
                        <a:alpha val="9803"/>
                      </a:srgbClr>
                    </a:gs>
                    <a:gs pos="78000">
                      <a:srgbClr val="000000">
                        <a:alpha val="4705"/>
                      </a:srgbClr>
                    </a:gs>
                    <a:gs pos="100000">
                      <a:srgbClr val="000000">
                        <a:alpha val="0"/>
                      </a:srgbClr>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chemeClr val="lt1"/>
                    </a:solidFill>
                    <a:latin typeface="Arial"/>
                    <a:ea typeface="Arial"/>
                    <a:cs typeface="Arial"/>
                    <a:sym typeface="Arial"/>
                  </a:endParaRPr>
                </a:p>
              </p:txBody>
            </p:sp>
            <p:sp>
              <p:nvSpPr>
                <p:cNvPr id="408" name="Google Shape;408;p12"/>
                <p:cNvSpPr/>
                <p:nvPr/>
              </p:nvSpPr>
              <p:spPr>
                <a:xfrm>
                  <a:off x="7567583" y="3243359"/>
                  <a:ext cx="1344545" cy="1344543"/>
                </a:xfrm>
                <a:prstGeom prst="ellipse">
                  <a:avLst/>
                </a:prstGeom>
                <a:gradFill>
                  <a:gsLst>
                    <a:gs pos="0">
                      <a:srgbClr val="FFFFFF">
                        <a:alpha val="98823"/>
                      </a:srgbClr>
                    </a:gs>
                    <a:gs pos="43000">
                      <a:srgbClr val="F7F7F7"/>
                    </a:gs>
                    <a:gs pos="100000">
                      <a:srgbClr val="B8C0C0"/>
                    </a:gs>
                  </a:gsLst>
                  <a:lin ang="2700000" scaled="0"/>
                </a:gradFill>
                <a:ln>
                  <a:noFill/>
                </a:ln>
                <a:effectLst>
                  <a:outerShdw blurRad="139700" dist="88900" dir="2700000" algn="tl" rotWithShape="0">
                    <a:srgbClr val="494949">
                      <a:alpha val="2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chemeClr val="lt1"/>
                    </a:solidFill>
                    <a:latin typeface="Arial"/>
                    <a:ea typeface="Arial"/>
                    <a:cs typeface="Arial"/>
                    <a:sym typeface="Arial"/>
                  </a:endParaRPr>
                </a:p>
              </p:txBody>
            </p:sp>
            <p:sp>
              <p:nvSpPr>
                <p:cNvPr id="409" name="Google Shape;409;p12"/>
                <p:cNvSpPr/>
                <p:nvPr/>
              </p:nvSpPr>
              <p:spPr>
                <a:xfrm>
                  <a:off x="7380501" y="3019185"/>
                  <a:ext cx="1596494" cy="1596494"/>
                </a:xfrm>
                <a:prstGeom prst="ellipse">
                  <a:avLst/>
                </a:prstGeom>
                <a:gradFill>
                  <a:gsLst>
                    <a:gs pos="0">
                      <a:srgbClr val="FFFFFF">
                        <a:alpha val="98823"/>
                      </a:srgbClr>
                    </a:gs>
                    <a:gs pos="11000">
                      <a:srgbClr val="FFFFFF">
                        <a:alpha val="98823"/>
                      </a:srgbClr>
                    </a:gs>
                    <a:gs pos="39000">
                      <a:schemeClr val="lt1"/>
                    </a:gs>
                    <a:gs pos="52999">
                      <a:srgbClr val="F7F7F7"/>
                    </a:gs>
                    <a:gs pos="100000">
                      <a:srgbClr val="B8C0C0"/>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chemeClr val="lt1"/>
                    </a:solidFill>
                    <a:latin typeface="Arial"/>
                    <a:ea typeface="Arial"/>
                    <a:cs typeface="Arial"/>
                    <a:sym typeface="Arial"/>
                  </a:endParaRPr>
                </a:p>
              </p:txBody>
            </p:sp>
          </p:grpSp>
          <p:sp>
            <p:nvSpPr>
              <p:cNvPr id="410" name="Google Shape;410;p12"/>
              <p:cNvSpPr/>
              <p:nvPr/>
            </p:nvSpPr>
            <p:spPr>
              <a:xfrm>
                <a:off x="3222820" y="1148080"/>
                <a:ext cx="1284821" cy="1284821"/>
              </a:xfrm>
              <a:prstGeom prst="ellipse">
                <a:avLst/>
              </a:prstGeom>
              <a:solidFill>
                <a:schemeClr val="lt1">
                  <a:alpha val="13725"/>
                </a:schemeClr>
              </a:solidFill>
              <a:ln w="15875" cap="flat" cmpd="sng">
                <a:solidFill>
                  <a:schemeClr val="lt1"/>
                </a:solidFill>
                <a:prstDash val="solid"/>
                <a:miter lim="800000"/>
                <a:headEnd type="none" w="sm" len="sm"/>
                <a:tailEnd type="none" w="sm" len="sm"/>
              </a:ln>
              <a:effectLst>
                <a:outerShdw blurRad="215900" dist="88900" dir="2700000" algn="tl" rotWithShape="0">
                  <a:srgbClr val="000000">
                    <a:alpha val="1098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chemeClr val="lt1"/>
                  </a:solidFill>
                  <a:latin typeface="Arial"/>
                  <a:ea typeface="Arial"/>
                  <a:cs typeface="Arial"/>
                  <a:sym typeface="Arial"/>
                </a:endParaRPr>
              </a:p>
            </p:txBody>
          </p:sp>
        </p:grpSp>
        <p:sp>
          <p:nvSpPr>
            <p:cNvPr id="411" name="Google Shape;411;p12"/>
            <p:cNvSpPr txBox="1"/>
            <p:nvPr/>
          </p:nvSpPr>
          <p:spPr>
            <a:xfrm>
              <a:off x="3438455" y="1314948"/>
              <a:ext cx="774240" cy="66919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dirty="0">
                  <a:solidFill>
                    <a:srgbClr val="01ACBE"/>
                  </a:solidFill>
                  <a:latin typeface="Impact"/>
                  <a:ea typeface="Impact"/>
                  <a:cs typeface="Impact"/>
                  <a:sym typeface="Impact"/>
                </a:rPr>
                <a:t>03</a:t>
              </a:r>
              <a:endParaRPr sz="2400" dirty="0">
                <a:solidFill>
                  <a:srgbClr val="01ACBE"/>
                </a:solidFill>
                <a:latin typeface="Impact"/>
                <a:ea typeface="Impact"/>
                <a:cs typeface="Impact"/>
                <a:sym typeface="Impact"/>
              </a:endParaRPr>
            </a:p>
          </p:txBody>
        </p:sp>
      </p:grpSp>
      <p:sp>
        <p:nvSpPr>
          <p:cNvPr id="412" name="Google Shape;412;p12"/>
          <p:cNvSpPr txBox="1"/>
          <p:nvPr/>
        </p:nvSpPr>
        <p:spPr>
          <a:xfrm>
            <a:off x="2752596" y="1123070"/>
            <a:ext cx="614848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chemeClr val="lt1"/>
                </a:solidFill>
                <a:latin typeface="Times New Roman"/>
                <a:ea typeface="Times New Roman"/>
                <a:cs typeface="Times New Roman"/>
                <a:sym typeface="Times New Roman"/>
              </a:rPr>
              <a:t>Spring Framework</a:t>
            </a:r>
            <a:endParaRPr sz="2800" dirty="0">
              <a:solidFill>
                <a:schemeClr val="lt1"/>
              </a:solidFill>
              <a:latin typeface="Times New Roman"/>
              <a:ea typeface="Times New Roman"/>
              <a:cs typeface="Times New Roman"/>
              <a:sym typeface="Times New Roman"/>
            </a:endParaRPr>
          </a:p>
        </p:txBody>
      </p:sp>
      <p:grpSp>
        <p:nvGrpSpPr>
          <p:cNvPr id="413" name="Google Shape;413;p12"/>
          <p:cNvGrpSpPr/>
          <p:nvPr/>
        </p:nvGrpSpPr>
        <p:grpSpPr>
          <a:xfrm>
            <a:off x="1471569" y="1828942"/>
            <a:ext cx="8967831" cy="4222010"/>
            <a:chOff x="982640" y="1286614"/>
            <a:chExt cx="10081119" cy="5023499"/>
          </a:xfrm>
        </p:grpSpPr>
        <p:sp>
          <p:nvSpPr>
            <p:cNvPr id="414" name="Google Shape;414;p12"/>
            <p:cNvSpPr/>
            <p:nvPr/>
          </p:nvSpPr>
          <p:spPr>
            <a:xfrm rot="-5400000">
              <a:off x="3563539" y="-1190106"/>
              <a:ext cx="5023499" cy="9976939"/>
            </a:xfrm>
            <a:prstGeom prst="roundRect">
              <a:avLst>
                <a:gd name="adj" fmla="val 4670"/>
              </a:avLst>
            </a:prstGeom>
            <a:gradFill>
              <a:gsLst>
                <a:gs pos="0">
                  <a:srgbClr val="7F7F7F"/>
                </a:gs>
                <a:gs pos="100000">
                  <a:srgbClr val="3F3F3F"/>
                </a:gs>
              </a:gsLst>
              <a:lin ang="8100000" scaled="0"/>
            </a:gradFill>
            <a:ln w="22225" cap="flat" cmpd="sng">
              <a:solidFill>
                <a:srgbClr val="A5A5A5"/>
              </a:solidFill>
              <a:prstDash val="solid"/>
              <a:miter lim="800000"/>
              <a:headEnd type="none" w="sm" len="sm"/>
              <a:tailEnd type="none" w="sm" len="sm"/>
            </a:ln>
            <a:effectLst>
              <a:outerShdw blurRad="139700" dist="762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15" name="Google Shape;415;p12"/>
            <p:cNvSpPr/>
            <p:nvPr/>
          </p:nvSpPr>
          <p:spPr>
            <a:xfrm rot="-5400000">
              <a:off x="3788070" y="-980490"/>
              <a:ext cx="4628185" cy="9557712"/>
            </a:xfrm>
            <a:prstGeom prst="roundRect">
              <a:avLst>
                <a:gd name="adj" fmla="val 0"/>
              </a:avLst>
            </a:prstGeom>
            <a:solidFill>
              <a:srgbClr val="F2F2F2"/>
            </a:solidFill>
            <a:ln>
              <a:noFill/>
            </a:ln>
            <a:effectLst>
              <a:outerShdw blurRad="177800" dist="88900" dir="2700000" algn="tl" rotWithShape="0">
                <a:srgbClr val="000000">
                  <a:alpha val="4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014">
                  <a:solidFill>
                    <a:srgbClr val="FFFFFF"/>
                  </a:solidFill>
                  <a:latin typeface="Arial"/>
                  <a:ea typeface="Arial"/>
                  <a:cs typeface="Arial"/>
                  <a:sym typeface="Arial"/>
                </a:rPr>
                <a:t>1. </a:t>
              </a:r>
              <a:endParaRPr sz="1014">
                <a:solidFill>
                  <a:srgbClr val="FFFFFF"/>
                </a:solidFill>
                <a:latin typeface="Arial"/>
                <a:ea typeface="Arial"/>
                <a:cs typeface="Arial"/>
                <a:sym typeface="Arial"/>
              </a:endParaRPr>
            </a:p>
          </p:txBody>
        </p:sp>
        <p:grpSp>
          <p:nvGrpSpPr>
            <p:cNvPr id="416" name="Google Shape;416;p12"/>
            <p:cNvGrpSpPr/>
            <p:nvPr/>
          </p:nvGrpSpPr>
          <p:grpSpPr>
            <a:xfrm>
              <a:off x="982640" y="1596963"/>
              <a:ext cx="751226" cy="4402810"/>
              <a:chOff x="982640" y="1596963"/>
              <a:chExt cx="751226" cy="4402810"/>
            </a:xfrm>
          </p:grpSpPr>
          <p:grpSp>
            <p:nvGrpSpPr>
              <p:cNvPr id="417" name="Google Shape;417;p12"/>
              <p:cNvGrpSpPr/>
              <p:nvPr/>
            </p:nvGrpSpPr>
            <p:grpSpPr>
              <a:xfrm rot="-5400000">
                <a:off x="-615716" y="3650191"/>
                <a:ext cx="4402810" cy="296354"/>
                <a:chOff x="2149635" y="1165383"/>
                <a:chExt cx="3485831" cy="234634"/>
              </a:xfrm>
            </p:grpSpPr>
            <p:grpSp>
              <p:nvGrpSpPr>
                <p:cNvPr id="418" name="Google Shape;418;p12"/>
                <p:cNvGrpSpPr/>
                <p:nvPr/>
              </p:nvGrpSpPr>
              <p:grpSpPr>
                <a:xfrm>
                  <a:off x="2149635" y="1165385"/>
                  <a:ext cx="234632" cy="234632"/>
                  <a:chOff x="2483014" y="1114427"/>
                  <a:chExt cx="209550" cy="209550"/>
                </a:xfrm>
              </p:grpSpPr>
              <p:sp>
                <p:nvSpPr>
                  <p:cNvPr id="419" name="Google Shape;419;p12"/>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dist="127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20" name="Google Shape;420;p12"/>
                  <p:cNvSpPr/>
                  <p:nvPr/>
                </p:nvSpPr>
                <p:spPr>
                  <a:xfrm>
                    <a:off x="2502060" y="1133475"/>
                    <a:ext cx="171450" cy="171450"/>
                  </a:xfrm>
                  <a:prstGeom prst="ellipse">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21" name="Google Shape;421;p12"/>
                <p:cNvGrpSpPr/>
                <p:nvPr/>
              </p:nvGrpSpPr>
              <p:grpSpPr>
                <a:xfrm>
                  <a:off x="2510880" y="1165385"/>
                  <a:ext cx="234632" cy="234632"/>
                  <a:chOff x="2483014" y="1114427"/>
                  <a:chExt cx="209550" cy="209550"/>
                </a:xfrm>
              </p:grpSpPr>
              <p:sp>
                <p:nvSpPr>
                  <p:cNvPr id="422" name="Google Shape;422;p12"/>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dist="127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23" name="Google Shape;423;p12"/>
                  <p:cNvSpPr/>
                  <p:nvPr/>
                </p:nvSpPr>
                <p:spPr>
                  <a:xfrm>
                    <a:off x="2502060" y="1133475"/>
                    <a:ext cx="171450" cy="171450"/>
                  </a:xfrm>
                  <a:prstGeom prst="ellipse">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24" name="Google Shape;424;p12"/>
                <p:cNvGrpSpPr/>
                <p:nvPr/>
              </p:nvGrpSpPr>
              <p:grpSpPr>
                <a:xfrm>
                  <a:off x="2872124" y="1165385"/>
                  <a:ext cx="234632" cy="234632"/>
                  <a:chOff x="2483014" y="1114427"/>
                  <a:chExt cx="209550" cy="209550"/>
                </a:xfrm>
              </p:grpSpPr>
              <p:sp>
                <p:nvSpPr>
                  <p:cNvPr id="425" name="Google Shape;425;p12"/>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dist="127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26" name="Google Shape;426;p12"/>
                  <p:cNvSpPr/>
                  <p:nvPr/>
                </p:nvSpPr>
                <p:spPr>
                  <a:xfrm>
                    <a:off x="2502060" y="1133475"/>
                    <a:ext cx="171450" cy="171450"/>
                  </a:xfrm>
                  <a:prstGeom prst="ellipse">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27" name="Google Shape;427;p12"/>
                <p:cNvGrpSpPr/>
                <p:nvPr/>
              </p:nvGrpSpPr>
              <p:grpSpPr>
                <a:xfrm>
                  <a:off x="3233369" y="1165385"/>
                  <a:ext cx="234632" cy="234632"/>
                  <a:chOff x="2483014" y="1114427"/>
                  <a:chExt cx="209550" cy="209550"/>
                </a:xfrm>
              </p:grpSpPr>
              <p:sp>
                <p:nvSpPr>
                  <p:cNvPr id="428" name="Google Shape;428;p12"/>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dist="127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29" name="Google Shape;429;p12"/>
                  <p:cNvSpPr/>
                  <p:nvPr/>
                </p:nvSpPr>
                <p:spPr>
                  <a:xfrm>
                    <a:off x="2502060" y="1133475"/>
                    <a:ext cx="171450" cy="171450"/>
                  </a:xfrm>
                  <a:prstGeom prst="ellipse">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30" name="Google Shape;430;p12"/>
                <p:cNvGrpSpPr/>
                <p:nvPr/>
              </p:nvGrpSpPr>
              <p:grpSpPr>
                <a:xfrm>
                  <a:off x="3594615" y="1165383"/>
                  <a:ext cx="234632" cy="234632"/>
                  <a:chOff x="2483014" y="1114427"/>
                  <a:chExt cx="209550" cy="209550"/>
                </a:xfrm>
              </p:grpSpPr>
              <p:sp>
                <p:nvSpPr>
                  <p:cNvPr id="431" name="Google Shape;431;p12"/>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dist="127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32" name="Google Shape;432;p12"/>
                  <p:cNvSpPr/>
                  <p:nvPr/>
                </p:nvSpPr>
                <p:spPr>
                  <a:xfrm>
                    <a:off x="2502060" y="1133475"/>
                    <a:ext cx="171450" cy="171450"/>
                  </a:xfrm>
                  <a:prstGeom prst="ellipse">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33" name="Google Shape;433;p12"/>
                <p:cNvGrpSpPr/>
                <p:nvPr/>
              </p:nvGrpSpPr>
              <p:grpSpPr>
                <a:xfrm>
                  <a:off x="3955858" y="1165384"/>
                  <a:ext cx="234632" cy="234632"/>
                  <a:chOff x="2483014" y="1114427"/>
                  <a:chExt cx="209550" cy="209550"/>
                </a:xfrm>
              </p:grpSpPr>
              <p:sp>
                <p:nvSpPr>
                  <p:cNvPr id="434" name="Google Shape;434;p12"/>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dist="127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35" name="Google Shape;435;p12"/>
                  <p:cNvSpPr/>
                  <p:nvPr/>
                </p:nvSpPr>
                <p:spPr>
                  <a:xfrm>
                    <a:off x="2502060" y="1133475"/>
                    <a:ext cx="171450" cy="171450"/>
                  </a:xfrm>
                  <a:prstGeom prst="ellipse">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36" name="Google Shape;436;p12"/>
                <p:cNvGrpSpPr/>
                <p:nvPr/>
              </p:nvGrpSpPr>
              <p:grpSpPr>
                <a:xfrm>
                  <a:off x="4317103" y="1165384"/>
                  <a:ext cx="234632" cy="234632"/>
                  <a:chOff x="2483014" y="1114427"/>
                  <a:chExt cx="209550" cy="209550"/>
                </a:xfrm>
              </p:grpSpPr>
              <p:sp>
                <p:nvSpPr>
                  <p:cNvPr id="437" name="Google Shape;437;p12"/>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dist="127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38" name="Google Shape;438;p12"/>
                  <p:cNvSpPr/>
                  <p:nvPr/>
                </p:nvSpPr>
                <p:spPr>
                  <a:xfrm>
                    <a:off x="2502060" y="1133475"/>
                    <a:ext cx="171450" cy="171450"/>
                  </a:xfrm>
                  <a:prstGeom prst="ellipse">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39" name="Google Shape;439;p12"/>
                <p:cNvGrpSpPr/>
                <p:nvPr/>
              </p:nvGrpSpPr>
              <p:grpSpPr>
                <a:xfrm>
                  <a:off x="4678347" y="1165384"/>
                  <a:ext cx="234632" cy="234632"/>
                  <a:chOff x="2483014" y="1114427"/>
                  <a:chExt cx="209550" cy="209550"/>
                </a:xfrm>
              </p:grpSpPr>
              <p:sp>
                <p:nvSpPr>
                  <p:cNvPr id="440" name="Google Shape;440;p12"/>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dist="127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41" name="Google Shape;441;p12"/>
                  <p:cNvSpPr/>
                  <p:nvPr/>
                </p:nvSpPr>
                <p:spPr>
                  <a:xfrm>
                    <a:off x="2502060" y="1133475"/>
                    <a:ext cx="171450" cy="171450"/>
                  </a:xfrm>
                  <a:prstGeom prst="ellipse">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42" name="Google Shape;442;p12"/>
                <p:cNvGrpSpPr/>
                <p:nvPr/>
              </p:nvGrpSpPr>
              <p:grpSpPr>
                <a:xfrm>
                  <a:off x="5039590" y="1165384"/>
                  <a:ext cx="234632" cy="234632"/>
                  <a:chOff x="2483014" y="1114427"/>
                  <a:chExt cx="209550" cy="209550"/>
                </a:xfrm>
              </p:grpSpPr>
              <p:sp>
                <p:nvSpPr>
                  <p:cNvPr id="443" name="Google Shape;443;p12"/>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dist="127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44" name="Google Shape;444;p12"/>
                  <p:cNvSpPr/>
                  <p:nvPr/>
                </p:nvSpPr>
                <p:spPr>
                  <a:xfrm>
                    <a:off x="2502060" y="1133475"/>
                    <a:ext cx="171450" cy="171450"/>
                  </a:xfrm>
                  <a:prstGeom prst="ellipse">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45" name="Google Shape;445;p12"/>
                <p:cNvGrpSpPr/>
                <p:nvPr/>
              </p:nvGrpSpPr>
              <p:grpSpPr>
                <a:xfrm>
                  <a:off x="5400834" y="1165384"/>
                  <a:ext cx="234632" cy="234632"/>
                  <a:chOff x="2483014" y="1114427"/>
                  <a:chExt cx="209550" cy="209550"/>
                </a:xfrm>
              </p:grpSpPr>
              <p:sp>
                <p:nvSpPr>
                  <p:cNvPr id="446" name="Google Shape;446;p12"/>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dist="127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47" name="Google Shape;447;p12"/>
                  <p:cNvSpPr/>
                  <p:nvPr/>
                </p:nvSpPr>
                <p:spPr>
                  <a:xfrm>
                    <a:off x="2502060" y="1133475"/>
                    <a:ext cx="171450" cy="171450"/>
                  </a:xfrm>
                  <a:prstGeom prst="ellipse">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grpSp>
            <p:nvGrpSpPr>
              <p:cNvPr id="448" name="Google Shape;448;p12"/>
              <p:cNvGrpSpPr/>
              <p:nvPr/>
            </p:nvGrpSpPr>
            <p:grpSpPr>
              <a:xfrm rot="-5400000">
                <a:off x="1229146" y="5557333"/>
                <a:ext cx="119575" cy="612586"/>
                <a:chOff x="2244455" y="772894"/>
                <a:chExt cx="94658" cy="485003"/>
              </a:xfrm>
            </p:grpSpPr>
            <p:sp>
              <p:nvSpPr>
                <p:cNvPr id="449" name="Google Shape;449;p12"/>
                <p:cNvSpPr/>
                <p:nvPr/>
              </p:nvSpPr>
              <p:spPr>
                <a:xfrm>
                  <a:off x="2244455" y="772894"/>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50" name="Google Shape;450;p12"/>
                <p:cNvSpPr/>
                <p:nvPr/>
              </p:nvSpPr>
              <p:spPr>
                <a:xfrm>
                  <a:off x="2313407" y="772895"/>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51" name="Google Shape;451;p12"/>
              <p:cNvGrpSpPr/>
              <p:nvPr/>
            </p:nvGrpSpPr>
            <p:grpSpPr>
              <a:xfrm rot="-5400000">
                <a:off x="1229146" y="5099277"/>
                <a:ext cx="119575" cy="612586"/>
                <a:chOff x="2244455" y="772894"/>
                <a:chExt cx="94658" cy="485003"/>
              </a:xfrm>
            </p:grpSpPr>
            <p:sp>
              <p:nvSpPr>
                <p:cNvPr id="452" name="Google Shape;452;p12"/>
                <p:cNvSpPr/>
                <p:nvPr/>
              </p:nvSpPr>
              <p:spPr>
                <a:xfrm>
                  <a:off x="2244455" y="772894"/>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53" name="Google Shape;453;p12"/>
                <p:cNvSpPr/>
                <p:nvPr/>
              </p:nvSpPr>
              <p:spPr>
                <a:xfrm>
                  <a:off x="2313407" y="772895"/>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54" name="Google Shape;454;p12"/>
              <p:cNvGrpSpPr/>
              <p:nvPr/>
            </p:nvGrpSpPr>
            <p:grpSpPr>
              <a:xfrm rot="-5400000">
                <a:off x="1229146" y="4641222"/>
                <a:ext cx="119575" cy="612586"/>
                <a:chOff x="2244455" y="772894"/>
                <a:chExt cx="94658" cy="485003"/>
              </a:xfrm>
            </p:grpSpPr>
            <p:sp>
              <p:nvSpPr>
                <p:cNvPr id="455" name="Google Shape;455;p12"/>
                <p:cNvSpPr/>
                <p:nvPr/>
              </p:nvSpPr>
              <p:spPr>
                <a:xfrm>
                  <a:off x="2244455" y="772894"/>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56" name="Google Shape;456;p12"/>
                <p:cNvSpPr/>
                <p:nvPr/>
              </p:nvSpPr>
              <p:spPr>
                <a:xfrm>
                  <a:off x="2313407" y="772895"/>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57" name="Google Shape;457;p12"/>
              <p:cNvGrpSpPr/>
              <p:nvPr/>
            </p:nvGrpSpPr>
            <p:grpSpPr>
              <a:xfrm rot="-5400000">
                <a:off x="1229146" y="4183167"/>
                <a:ext cx="119575" cy="612586"/>
                <a:chOff x="2244455" y="772894"/>
                <a:chExt cx="94658" cy="485003"/>
              </a:xfrm>
            </p:grpSpPr>
            <p:sp>
              <p:nvSpPr>
                <p:cNvPr id="458" name="Google Shape;458;p12"/>
                <p:cNvSpPr/>
                <p:nvPr/>
              </p:nvSpPr>
              <p:spPr>
                <a:xfrm>
                  <a:off x="2244455" y="772894"/>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59" name="Google Shape;459;p12"/>
                <p:cNvSpPr/>
                <p:nvPr/>
              </p:nvSpPr>
              <p:spPr>
                <a:xfrm>
                  <a:off x="2313407" y="772895"/>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60" name="Google Shape;460;p12"/>
              <p:cNvGrpSpPr/>
              <p:nvPr/>
            </p:nvGrpSpPr>
            <p:grpSpPr>
              <a:xfrm rot="-5400000">
                <a:off x="1229146" y="3725113"/>
                <a:ext cx="119575" cy="612586"/>
                <a:chOff x="2244455" y="772894"/>
                <a:chExt cx="94658" cy="485003"/>
              </a:xfrm>
            </p:grpSpPr>
            <p:sp>
              <p:nvSpPr>
                <p:cNvPr id="461" name="Google Shape;461;p12"/>
                <p:cNvSpPr/>
                <p:nvPr/>
              </p:nvSpPr>
              <p:spPr>
                <a:xfrm>
                  <a:off x="2244455" y="772894"/>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62" name="Google Shape;462;p12"/>
                <p:cNvSpPr/>
                <p:nvPr/>
              </p:nvSpPr>
              <p:spPr>
                <a:xfrm>
                  <a:off x="2313407" y="772895"/>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63" name="Google Shape;463;p12"/>
              <p:cNvGrpSpPr/>
              <p:nvPr/>
            </p:nvGrpSpPr>
            <p:grpSpPr>
              <a:xfrm rot="-5400000">
                <a:off x="1229146" y="3267055"/>
                <a:ext cx="119575" cy="612586"/>
                <a:chOff x="2244455" y="772894"/>
                <a:chExt cx="94658" cy="485003"/>
              </a:xfrm>
            </p:grpSpPr>
            <p:sp>
              <p:nvSpPr>
                <p:cNvPr id="464" name="Google Shape;464;p12"/>
                <p:cNvSpPr/>
                <p:nvPr/>
              </p:nvSpPr>
              <p:spPr>
                <a:xfrm>
                  <a:off x="2244455" y="772894"/>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65" name="Google Shape;465;p12"/>
                <p:cNvSpPr/>
                <p:nvPr/>
              </p:nvSpPr>
              <p:spPr>
                <a:xfrm>
                  <a:off x="2313407" y="772895"/>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66" name="Google Shape;466;p12"/>
              <p:cNvGrpSpPr/>
              <p:nvPr/>
            </p:nvGrpSpPr>
            <p:grpSpPr>
              <a:xfrm rot="-5400000">
                <a:off x="1229145" y="2808999"/>
                <a:ext cx="119575" cy="612586"/>
                <a:chOff x="2244455" y="772894"/>
                <a:chExt cx="94658" cy="485003"/>
              </a:xfrm>
            </p:grpSpPr>
            <p:sp>
              <p:nvSpPr>
                <p:cNvPr id="467" name="Google Shape;467;p12"/>
                <p:cNvSpPr/>
                <p:nvPr/>
              </p:nvSpPr>
              <p:spPr>
                <a:xfrm>
                  <a:off x="2244455" y="772894"/>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68" name="Google Shape;468;p12"/>
                <p:cNvSpPr/>
                <p:nvPr/>
              </p:nvSpPr>
              <p:spPr>
                <a:xfrm>
                  <a:off x="2313407" y="772895"/>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69" name="Google Shape;469;p12"/>
              <p:cNvGrpSpPr/>
              <p:nvPr/>
            </p:nvGrpSpPr>
            <p:grpSpPr>
              <a:xfrm rot="-5400000">
                <a:off x="1229146" y="2350946"/>
                <a:ext cx="119575" cy="612586"/>
                <a:chOff x="2244455" y="772894"/>
                <a:chExt cx="94658" cy="485003"/>
              </a:xfrm>
            </p:grpSpPr>
            <p:sp>
              <p:nvSpPr>
                <p:cNvPr id="470" name="Google Shape;470;p12"/>
                <p:cNvSpPr/>
                <p:nvPr/>
              </p:nvSpPr>
              <p:spPr>
                <a:xfrm>
                  <a:off x="2244455" y="772894"/>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71" name="Google Shape;471;p12"/>
                <p:cNvSpPr/>
                <p:nvPr/>
              </p:nvSpPr>
              <p:spPr>
                <a:xfrm>
                  <a:off x="2313407" y="772895"/>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72" name="Google Shape;472;p12"/>
              <p:cNvGrpSpPr/>
              <p:nvPr/>
            </p:nvGrpSpPr>
            <p:grpSpPr>
              <a:xfrm rot="-5400000">
                <a:off x="1229146" y="1892893"/>
                <a:ext cx="119575" cy="612586"/>
                <a:chOff x="2244455" y="772894"/>
                <a:chExt cx="94658" cy="485003"/>
              </a:xfrm>
            </p:grpSpPr>
            <p:sp>
              <p:nvSpPr>
                <p:cNvPr id="473" name="Google Shape;473;p12"/>
                <p:cNvSpPr/>
                <p:nvPr/>
              </p:nvSpPr>
              <p:spPr>
                <a:xfrm>
                  <a:off x="2244455" y="772894"/>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74" name="Google Shape;474;p12"/>
                <p:cNvSpPr/>
                <p:nvPr/>
              </p:nvSpPr>
              <p:spPr>
                <a:xfrm>
                  <a:off x="2313407" y="772895"/>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75" name="Google Shape;475;p12"/>
              <p:cNvGrpSpPr/>
              <p:nvPr/>
            </p:nvGrpSpPr>
            <p:grpSpPr>
              <a:xfrm rot="-5400000">
                <a:off x="1229146" y="1434840"/>
                <a:ext cx="119575" cy="612586"/>
                <a:chOff x="2244455" y="772894"/>
                <a:chExt cx="94658" cy="485003"/>
              </a:xfrm>
            </p:grpSpPr>
            <p:sp>
              <p:nvSpPr>
                <p:cNvPr id="476" name="Google Shape;476;p12"/>
                <p:cNvSpPr/>
                <p:nvPr/>
              </p:nvSpPr>
              <p:spPr>
                <a:xfrm>
                  <a:off x="2244455" y="772894"/>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77" name="Google Shape;477;p12"/>
                <p:cNvSpPr/>
                <p:nvPr/>
              </p:nvSpPr>
              <p:spPr>
                <a:xfrm>
                  <a:off x="2313407" y="772895"/>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grpSp>
      <p:sp>
        <p:nvSpPr>
          <p:cNvPr id="478" name="Google Shape;478;p12"/>
          <p:cNvSpPr txBox="1"/>
          <p:nvPr/>
        </p:nvSpPr>
        <p:spPr>
          <a:xfrm>
            <a:off x="2073554" y="1932600"/>
            <a:ext cx="8326988" cy="3453213"/>
          </a:xfrm>
          <a:prstGeom prst="rect">
            <a:avLst/>
          </a:prstGeom>
          <a:noFill/>
          <a:ln>
            <a:noFill/>
          </a:ln>
        </p:spPr>
        <p:txBody>
          <a:bodyPr spcFirstLastPara="1" wrap="square" lIns="91425" tIns="45700" rIns="91425" bIns="45700" anchor="t" anchorCtr="0">
            <a:spAutoFit/>
          </a:bodyPr>
          <a:lstStyle/>
          <a:p>
            <a:pPr lvl="0">
              <a:lnSpc>
                <a:spcPct val="130000"/>
              </a:lnSpc>
              <a:buClr>
                <a:schemeClr val="dk1"/>
              </a:buClr>
              <a:buSzPts val="2800"/>
            </a:pPr>
            <a:r>
              <a:rPr lang="en-US" sz="2800" dirty="0">
                <a:solidFill>
                  <a:schemeClr val="dk1"/>
                </a:solidFill>
                <a:latin typeface="Times New Roman"/>
                <a:ea typeface="Times New Roman"/>
                <a:cs typeface="Times New Roman"/>
                <a:sym typeface="Times New Roman"/>
              </a:rPr>
              <a:t>L</a:t>
            </a:r>
            <a:r>
              <a:rPr lang="vi-VN" sz="2800" dirty="0">
                <a:solidFill>
                  <a:schemeClr val="dk1"/>
                </a:solidFill>
                <a:latin typeface="Times New Roman"/>
                <a:ea typeface="Times New Roman"/>
                <a:cs typeface="Times New Roman"/>
                <a:sym typeface="Times New Roman"/>
              </a:rPr>
              <a:t>à một framework toàn diện giúp xây dựng các ứng dụng cấp doanh nghiệp bằng ngôn ngữ Java. Nó cung cấp nhiều tính năng nhằm đơn giản hóa các tác vụ phổ biến trong phát triển Java, chẳng hạn như </a:t>
            </a:r>
            <a:r>
              <a:rPr lang="en-US" sz="2800" dirty="0">
                <a:solidFill>
                  <a:schemeClr val="dk1"/>
                </a:solidFill>
                <a:latin typeface="Times New Roman"/>
                <a:ea typeface="Times New Roman"/>
                <a:cs typeface="Times New Roman"/>
                <a:sym typeface="Times New Roman"/>
              </a:rPr>
              <a:t>dependency injection, aspect-oriented programming, data access, and transaction management.</a:t>
            </a:r>
            <a:endParaRPr sz="2800" dirty="0">
              <a:solidFill>
                <a:schemeClr val="dk1"/>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04"/>
                                        </p:tgtEl>
                                        <p:attrNameLst>
                                          <p:attrName>style.visibility</p:attrName>
                                        </p:attrNameLst>
                                      </p:cBhvr>
                                      <p:to>
                                        <p:strVal val="visible"/>
                                      </p:to>
                                    </p:set>
                                    <p:anim calcmode="lin" valueType="num">
                                      <p:cBhvr additive="base">
                                        <p:cTn id="7" dur="500"/>
                                        <p:tgtEl>
                                          <p:spTgt spid="404"/>
                                        </p:tgtEl>
                                        <p:attrNameLst>
                                          <p:attrName>ppt_x</p:attrName>
                                        </p:attrNameLst>
                                      </p:cBhvr>
                                      <p:tavLst>
                                        <p:tav tm="0">
                                          <p:val>
                                            <p:strVal val="#ppt_x-1"/>
                                          </p:val>
                                        </p:tav>
                                        <p:tav tm="100000">
                                          <p:val>
                                            <p:strVal val="#ppt_x"/>
                                          </p:val>
                                        </p:tav>
                                      </p:tavLst>
                                    </p:anim>
                                  </p:childTnLst>
                                </p:cTn>
                              </p:par>
                              <p:par>
                                <p:cTn id="8" presetID="2" presetClass="entr" presetSubtype="2" fill="hold" nodeType="withEffect">
                                  <p:stCondLst>
                                    <p:cond delay="0"/>
                                  </p:stCondLst>
                                  <p:childTnLst>
                                    <p:set>
                                      <p:cBhvr>
                                        <p:cTn id="9" dur="1" fill="hold">
                                          <p:stCondLst>
                                            <p:cond delay="0"/>
                                          </p:stCondLst>
                                        </p:cTn>
                                        <p:tgtEl>
                                          <p:spTgt spid="401"/>
                                        </p:tgtEl>
                                        <p:attrNameLst>
                                          <p:attrName>style.visibility</p:attrName>
                                        </p:attrNameLst>
                                      </p:cBhvr>
                                      <p:to>
                                        <p:strVal val="visible"/>
                                      </p:to>
                                    </p:set>
                                    <p:anim calcmode="lin" valueType="num">
                                      <p:cBhvr additive="base">
                                        <p:cTn id="10" dur="500"/>
                                        <p:tgtEl>
                                          <p:spTgt spid="401"/>
                                        </p:tgtEl>
                                        <p:attrNameLst>
                                          <p:attrName>ppt_x</p:attrName>
                                        </p:attrNameLst>
                                      </p:cBhvr>
                                      <p:tavLst>
                                        <p:tav tm="0">
                                          <p:val>
                                            <p:strVal val="#ppt_x+1"/>
                                          </p:val>
                                        </p:tav>
                                        <p:tav tm="100000">
                                          <p:val>
                                            <p:strVal val="#ppt_x"/>
                                          </p:val>
                                        </p:tav>
                                      </p:tavLst>
                                    </p:anim>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13"/>
                                        </p:tgtEl>
                                        <p:attrNameLst>
                                          <p:attrName>style.visibility</p:attrName>
                                        </p:attrNameLst>
                                      </p:cBhvr>
                                      <p:to>
                                        <p:strVal val="visible"/>
                                      </p:to>
                                    </p:set>
                                    <p:animEffect transition="in" filter="fade">
                                      <p:cBhvr>
                                        <p:cTn id="15" dur="500"/>
                                        <p:tgtEl>
                                          <p:spTgt spid="41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478"/>
                                        </p:tgtEl>
                                        <p:attrNameLst>
                                          <p:attrName>style.visibility</p:attrName>
                                        </p:attrNameLst>
                                      </p:cBhvr>
                                      <p:to>
                                        <p:strVal val="visible"/>
                                      </p:to>
                                    </p:set>
                                    <p:animEffect transition="in" filter="fade">
                                      <p:cBhvr>
                                        <p:cTn id="20" dur="500"/>
                                        <p:tgtEl>
                                          <p:spTgt spid="4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grpSp>
        <p:nvGrpSpPr>
          <p:cNvPr id="401" name="Google Shape;401;p12"/>
          <p:cNvGrpSpPr/>
          <p:nvPr/>
        </p:nvGrpSpPr>
        <p:grpSpPr>
          <a:xfrm>
            <a:off x="1517289" y="964416"/>
            <a:ext cx="8712598" cy="852875"/>
            <a:chOff x="3129129" y="1121776"/>
            <a:chExt cx="5933741" cy="1171624"/>
          </a:xfrm>
        </p:grpSpPr>
        <p:sp>
          <p:nvSpPr>
            <p:cNvPr id="402" name="Google Shape;402;p12"/>
            <p:cNvSpPr/>
            <p:nvPr/>
          </p:nvSpPr>
          <p:spPr>
            <a:xfrm>
              <a:off x="3129129" y="1121776"/>
              <a:ext cx="5933741" cy="1171624"/>
            </a:xfrm>
            <a:prstGeom prst="roundRect">
              <a:avLst>
                <a:gd name="adj" fmla="val 50000"/>
              </a:avLst>
            </a:prstGeom>
            <a:solidFill>
              <a:srgbClr val="D8D8D8">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AA2D"/>
                </a:solidFill>
                <a:latin typeface="Arial"/>
                <a:ea typeface="Arial"/>
                <a:cs typeface="Arial"/>
                <a:sym typeface="Arial"/>
              </a:endParaRPr>
            </a:p>
          </p:txBody>
        </p:sp>
        <p:sp>
          <p:nvSpPr>
            <p:cNvPr id="403" name="Google Shape;403;p12"/>
            <p:cNvSpPr/>
            <p:nvPr/>
          </p:nvSpPr>
          <p:spPr>
            <a:xfrm>
              <a:off x="3289330" y="1253414"/>
              <a:ext cx="5716387" cy="908350"/>
            </a:xfrm>
            <a:prstGeom prst="roundRect">
              <a:avLst>
                <a:gd name="adj" fmla="val 50000"/>
              </a:avLst>
            </a:prstGeom>
            <a:gradFill>
              <a:gsLst>
                <a:gs pos="0">
                  <a:srgbClr val="01ACBE"/>
                </a:gs>
                <a:gs pos="100000">
                  <a:srgbClr val="01DAF1"/>
                </a:gs>
              </a:gsLst>
              <a:lin ang="0" scaled="0"/>
            </a:gradFill>
            <a:ln w="19050" cap="flat" cmpd="sng">
              <a:solidFill>
                <a:srgbClr val="01DAF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AA2D"/>
                </a:solidFill>
                <a:latin typeface="Arial"/>
                <a:ea typeface="Arial"/>
                <a:cs typeface="Arial"/>
                <a:sym typeface="Arial"/>
              </a:endParaRPr>
            </a:p>
          </p:txBody>
        </p:sp>
      </p:grpSp>
      <p:grpSp>
        <p:nvGrpSpPr>
          <p:cNvPr id="404" name="Google Shape;404;p12"/>
          <p:cNvGrpSpPr/>
          <p:nvPr/>
        </p:nvGrpSpPr>
        <p:grpSpPr>
          <a:xfrm>
            <a:off x="1618428" y="897169"/>
            <a:ext cx="1561211" cy="1446832"/>
            <a:chOff x="3020983" y="881796"/>
            <a:chExt cx="2097410" cy="2097410"/>
          </a:xfrm>
        </p:grpSpPr>
        <p:grpSp>
          <p:nvGrpSpPr>
            <p:cNvPr id="405" name="Google Shape;405;p12"/>
            <p:cNvGrpSpPr/>
            <p:nvPr/>
          </p:nvGrpSpPr>
          <p:grpSpPr>
            <a:xfrm>
              <a:off x="3020983" y="881796"/>
              <a:ext cx="2097410" cy="2097410"/>
              <a:chOff x="3099689" y="1098878"/>
              <a:chExt cx="1995612" cy="1995615"/>
            </a:xfrm>
          </p:grpSpPr>
          <p:grpSp>
            <p:nvGrpSpPr>
              <p:cNvPr id="406" name="Google Shape;406;p12"/>
              <p:cNvGrpSpPr/>
              <p:nvPr/>
            </p:nvGrpSpPr>
            <p:grpSpPr>
              <a:xfrm>
                <a:off x="3099689" y="1098878"/>
                <a:ext cx="1995612" cy="1995615"/>
                <a:chOff x="6804316" y="2574806"/>
                <a:chExt cx="3585705" cy="3585705"/>
              </a:xfrm>
            </p:grpSpPr>
            <p:sp>
              <p:nvSpPr>
                <p:cNvPr id="407" name="Google Shape;407;p12"/>
                <p:cNvSpPr/>
                <p:nvPr/>
              </p:nvSpPr>
              <p:spPr>
                <a:xfrm rot="-2700000">
                  <a:off x="7501948" y="2927402"/>
                  <a:ext cx="2190440" cy="2880512"/>
                </a:xfrm>
                <a:custGeom>
                  <a:avLst/>
                  <a:gdLst/>
                  <a:ahLst/>
                  <a:cxnLst/>
                  <a:rect l="l" t="t" r="r" b="b"/>
                  <a:pathLst>
                    <a:path w="1696474" h="2070736" extrusionOk="0">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0">
                      <a:schemeClr val="dk1"/>
                    </a:gs>
                    <a:gs pos="17000">
                      <a:srgbClr val="000000">
                        <a:alpha val="45882"/>
                      </a:srgbClr>
                    </a:gs>
                    <a:gs pos="34000">
                      <a:srgbClr val="000000">
                        <a:alpha val="42745"/>
                      </a:srgbClr>
                    </a:gs>
                    <a:gs pos="51000">
                      <a:srgbClr val="000000">
                        <a:alpha val="20000"/>
                      </a:srgbClr>
                    </a:gs>
                    <a:gs pos="65000">
                      <a:srgbClr val="000000">
                        <a:alpha val="9803"/>
                      </a:srgbClr>
                    </a:gs>
                    <a:gs pos="78000">
                      <a:srgbClr val="000000">
                        <a:alpha val="4705"/>
                      </a:srgbClr>
                    </a:gs>
                    <a:gs pos="100000">
                      <a:srgbClr val="000000">
                        <a:alpha val="0"/>
                      </a:srgbClr>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chemeClr val="lt1"/>
                    </a:solidFill>
                    <a:latin typeface="Arial"/>
                    <a:ea typeface="Arial"/>
                    <a:cs typeface="Arial"/>
                    <a:sym typeface="Arial"/>
                  </a:endParaRPr>
                </a:p>
              </p:txBody>
            </p:sp>
            <p:sp>
              <p:nvSpPr>
                <p:cNvPr id="408" name="Google Shape;408;p12"/>
                <p:cNvSpPr/>
                <p:nvPr/>
              </p:nvSpPr>
              <p:spPr>
                <a:xfrm>
                  <a:off x="7567583" y="3243359"/>
                  <a:ext cx="1344545" cy="1344543"/>
                </a:xfrm>
                <a:prstGeom prst="ellipse">
                  <a:avLst/>
                </a:prstGeom>
                <a:gradFill>
                  <a:gsLst>
                    <a:gs pos="0">
                      <a:srgbClr val="FFFFFF">
                        <a:alpha val="98823"/>
                      </a:srgbClr>
                    </a:gs>
                    <a:gs pos="43000">
                      <a:srgbClr val="F7F7F7"/>
                    </a:gs>
                    <a:gs pos="100000">
                      <a:srgbClr val="B8C0C0"/>
                    </a:gs>
                  </a:gsLst>
                  <a:lin ang="2700000" scaled="0"/>
                </a:gradFill>
                <a:ln>
                  <a:noFill/>
                </a:ln>
                <a:effectLst>
                  <a:outerShdw blurRad="139700" dist="88900" dir="2700000" algn="tl" rotWithShape="0">
                    <a:srgbClr val="494949">
                      <a:alpha val="2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chemeClr val="lt1"/>
                    </a:solidFill>
                    <a:latin typeface="Arial"/>
                    <a:ea typeface="Arial"/>
                    <a:cs typeface="Arial"/>
                    <a:sym typeface="Arial"/>
                  </a:endParaRPr>
                </a:p>
              </p:txBody>
            </p:sp>
            <p:sp>
              <p:nvSpPr>
                <p:cNvPr id="409" name="Google Shape;409;p12"/>
                <p:cNvSpPr/>
                <p:nvPr/>
              </p:nvSpPr>
              <p:spPr>
                <a:xfrm>
                  <a:off x="7380501" y="3019185"/>
                  <a:ext cx="1596494" cy="1596494"/>
                </a:xfrm>
                <a:prstGeom prst="ellipse">
                  <a:avLst/>
                </a:prstGeom>
                <a:gradFill>
                  <a:gsLst>
                    <a:gs pos="0">
                      <a:srgbClr val="FFFFFF">
                        <a:alpha val="98823"/>
                      </a:srgbClr>
                    </a:gs>
                    <a:gs pos="11000">
                      <a:srgbClr val="FFFFFF">
                        <a:alpha val="98823"/>
                      </a:srgbClr>
                    </a:gs>
                    <a:gs pos="39000">
                      <a:schemeClr val="lt1"/>
                    </a:gs>
                    <a:gs pos="52999">
                      <a:srgbClr val="F7F7F7"/>
                    </a:gs>
                    <a:gs pos="100000">
                      <a:srgbClr val="B8C0C0"/>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chemeClr val="lt1"/>
                    </a:solidFill>
                    <a:latin typeface="Arial"/>
                    <a:ea typeface="Arial"/>
                    <a:cs typeface="Arial"/>
                    <a:sym typeface="Arial"/>
                  </a:endParaRPr>
                </a:p>
              </p:txBody>
            </p:sp>
          </p:grpSp>
          <p:sp>
            <p:nvSpPr>
              <p:cNvPr id="410" name="Google Shape;410;p12"/>
              <p:cNvSpPr/>
              <p:nvPr/>
            </p:nvSpPr>
            <p:spPr>
              <a:xfrm>
                <a:off x="3222820" y="1148080"/>
                <a:ext cx="1284821" cy="1284821"/>
              </a:xfrm>
              <a:prstGeom prst="ellipse">
                <a:avLst/>
              </a:prstGeom>
              <a:solidFill>
                <a:schemeClr val="lt1">
                  <a:alpha val="13725"/>
                </a:schemeClr>
              </a:solidFill>
              <a:ln w="15875" cap="flat" cmpd="sng">
                <a:solidFill>
                  <a:schemeClr val="lt1"/>
                </a:solidFill>
                <a:prstDash val="solid"/>
                <a:miter lim="800000"/>
                <a:headEnd type="none" w="sm" len="sm"/>
                <a:tailEnd type="none" w="sm" len="sm"/>
              </a:ln>
              <a:effectLst>
                <a:outerShdw blurRad="215900" dist="88900" dir="2700000" algn="tl" rotWithShape="0">
                  <a:srgbClr val="000000">
                    <a:alpha val="1098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chemeClr val="lt1"/>
                  </a:solidFill>
                  <a:latin typeface="Arial"/>
                  <a:ea typeface="Arial"/>
                  <a:cs typeface="Arial"/>
                  <a:sym typeface="Arial"/>
                </a:endParaRPr>
              </a:p>
            </p:txBody>
          </p:sp>
        </p:grpSp>
        <p:sp>
          <p:nvSpPr>
            <p:cNvPr id="411" name="Google Shape;411;p12"/>
            <p:cNvSpPr txBox="1"/>
            <p:nvPr/>
          </p:nvSpPr>
          <p:spPr>
            <a:xfrm>
              <a:off x="3438455" y="1314948"/>
              <a:ext cx="774240" cy="66919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dirty="0">
                  <a:solidFill>
                    <a:srgbClr val="01ACBE"/>
                  </a:solidFill>
                  <a:latin typeface="Impact"/>
                  <a:ea typeface="Impact"/>
                  <a:cs typeface="Impact"/>
                  <a:sym typeface="Impact"/>
                </a:rPr>
                <a:t>03</a:t>
              </a:r>
              <a:endParaRPr sz="2400" dirty="0">
                <a:solidFill>
                  <a:srgbClr val="01ACBE"/>
                </a:solidFill>
                <a:latin typeface="Impact"/>
                <a:ea typeface="Impact"/>
                <a:cs typeface="Impact"/>
                <a:sym typeface="Impact"/>
              </a:endParaRPr>
            </a:p>
          </p:txBody>
        </p:sp>
      </p:grpSp>
      <p:sp>
        <p:nvSpPr>
          <p:cNvPr id="412" name="Google Shape;412;p12"/>
          <p:cNvSpPr txBox="1"/>
          <p:nvPr/>
        </p:nvSpPr>
        <p:spPr>
          <a:xfrm>
            <a:off x="2752596" y="1123070"/>
            <a:ext cx="614848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chemeClr val="lt1"/>
                </a:solidFill>
                <a:latin typeface="Times New Roman"/>
                <a:ea typeface="Times New Roman"/>
                <a:cs typeface="Times New Roman"/>
                <a:sym typeface="Times New Roman"/>
              </a:rPr>
              <a:t>Spring Framework</a:t>
            </a:r>
            <a:endParaRPr sz="2800" dirty="0">
              <a:solidFill>
                <a:schemeClr val="lt1"/>
              </a:solidFill>
              <a:latin typeface="Times New Roman"/>
              <a:ea typeface="Times New Roman"/>
              <a:cs typeface="Times New Roman"/>
              <a:sym typeface="Times New Roman"/>
            </a:endParaRPr>
          </a:p>
        </p:txBody>
      </p:sp>
      <p:pic>
        <p:nvPicPr>
          <p:cNvPr id="3" name="Picture 2"/>
          <p:cNvPicPr>
            <a:picLocks noChangeAspect="1"/>
          </p:cNvPicPr>
          <p:nvPr/>
        </p:nvPicPr>
        <p:blipFill>
          <a:blip r:embed="rId3"/>
          <a:stretch>
            <a:fillRect/>
          </a:stretch>
        </p:blipFill>
        <p:spPr>
          <a:xfrm>
            <a:off x="2931016" y="1995829"/>
            <a:ext cx="5789238" cy="4475783"/>
          </a:xfrm>
          <a:prstGeom prst="rect">
            <a:avLst/>
          </a:prstGeom>
        </p:spPr>
      </p:pic>
    </p:spTree>
    <p:extLst>
      <p:ext uri="{BB962C8B-B14F-4D97-AF65-F5344CB8AC3E}">
        <p14:creationId xmlns:p14="http://schemas.microsoft.com/office/powerpoint/2010/main" val="24788902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04"/>
                                        </p:tgtEl>
                                        <p:attrNameLst>
                                          <p:attrName>style.visibility</p:attrName>
                                        </p:attrNameLst>
                                      </p:cBhvr>
                                      <p:to>
                                        <p:strVal val="visible"/>
                                      </p:to>
                                    </p:set>
                                    <p:anim calcmode="lin" valueType="num">
                                      <p:cBhvr additive="base">
                                        <p:cTn id="7" dur="500"/>
                                        <p:tgtEl>
                                          <p:spTgt spid="404"/>
                                        </p:tgtEl>
                                        <p:attrNameLst>
                                          <p:attrName>ppt_x</p:attrName>
                                        </p:attrNameLst>
                                      </p:cBhvr>
                                      <p:tavLst>
                                        <p:tav tm="0">
                                          <p:val>
                                            <p:strVal val="#ppt_x-1"/>
                                          </p:val>
                                        </p:tav>
                                        <p:tav tm="100000">
                                          <p:val>
                                            <p:strVal val="#ppt_x"/>
                                          </p:val>
                                        </p:tav>
                                      </p:tavLst>
                                    </p:anim>
                                  </p:childTnLst>
                                </p:cTn>
                              </p:par>
                              <p:par>
                                <p:cTn id="8" presetID="2" presetClass="entr" presetSubtype="2" fill="hold" nodeType="withEffect">
                                  <p:stCondLst>
                                    <p:cond delay="0"/>
                                  </p:stCondLst>
                                  <p:childTnLst>
                                    <p:set>
                                      <p:cBhvr>
                                        <p:cTn id="9" dur="1" fill="hold">
                                          <p:stCondLst>
                                            <p:cond delay="0"/>
                                          </p:stCondLst>
                                        </p:cTn>
                                        <p:tgtEl>
                                          <p:spTgt spid="401"/>
                                        </p:tgtEl>
                                        <p:attrNameLst>
                                          <p:attrName>style.visibility</p:attrName>
                                        </p:attrNameLst>
                                      </p:cBhvr>
                                      <p:to>
                                        <p:strVal val="visible"/>
                                      </p:to>
                                    </p:set>
                                    <p:anim calcmode="lin" valueType="num">
                                      <p:cBhvr additive="base">
                                        <p:cTn id="10" dur="500"/>
                                        <p:tgtEl>
                                          <p:spTgt spid="401"/>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grpSp>
        <p:nvGrpSpPr>
          <p:cNvPr id="401" name="Google Shape;401;p12"/>
          <p:cNvGrpSpPr/>
          <p:nvPr/>
        </p:nvGrpSpPr>
        <p:grpSpPr>
          <a:xfrm>
            <a:off x="1517289" y="964416"/>
            <a:ext cx="8712598" cy="852875"/>
            <a:chOff x="3129129" y="1121776"/>
            <a:chExt cx="5933741" cy="1171624"/>
          </a:xfrm>
        </p:grpSpPr>
        <p:sp>
          <p:nvSpPr>
            <p:cNvPr id="402" name="Google Shape;402;p12"/>
            <p:cNvSpPr/>
            <p:nvPr/>
          </p:nvSpPr>
          <p:spPr>
            <a:xfrm>
              <a:off x="3129129" y="1121776"/>
              <a:ext cx="5933741" cy="1171624"/>
            </a:xfrm>
            <a:prstGeom prst="roundRect">
              <a:avLst>
                <a:gd name="adj" fmla="val 50000"/>
              </a:avLst>
            </a:prstGeom>
            <a:solidFill>
              <a:srgbClr val="D8D8D8">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AA2D"/>
                </a:solidFill>
                <a:latin typeface="Arial"/>
                <a:ea typeface="Arial"/>
                <a:cs typeface="Arial"/>
                <a:sym typeface="Arial"/>
              </a:endParaRPr>
            </a:p>
          </p:txBody>
        </p:sp>
        <p:sp>
          <p:nvSpPr>
            <p:cNvPr id="403" name="Google Shape;403;p12"/>
            <p:cNvSpPr/>
            <p:nvPr/>
          </p:nvSpPr>
          <p:spPr>
            <a:xfrm>
              <a:off x="3289330" y="1253414"/>
              <a:ext cx="5716387" cy="908350"/>
            </a:xfrm>
            <a:prstGeom prst="roundRect">
              <a:avLst>
                <a:gd name="adj" fmla="val 50000"/>
              </a:avLst>
            </a:prstGeom>
            <a:gradFill>
              <a:gsLst>
                <a:gs pos="0">
                  <a:srgbClr val="01ACBE"/>
                </a:gs>
                <a:gs pos="100000">
                  <a:srgbClr val="01DAF1"/>
                </a:gs>
              </a:gsLst>
              <a:lin ang="0" scaled="0"/>
            </a:gradFill>
            <a:ln w="19050" cap="flat" cmpd="sng">
              <a:solidFill>
                <a:srgbClr val="01DAF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AA2D"/>
                </a:solidFill>
                <a:latin typeface="Arial"/>
                <a:ea typeface="Arial"/>
                <a:cs typeface="Arial"/>
                <a:sym typeface="Arial"/>
              </a:endParaRPr>
            </a:p>
          </p:txBody>
        </p:sp>
      </p:grpSp>
      <p:grpSp>
        <p:nvGrpSpPr>
          <p:cNvPr id="404" name="Google Shape;404;p12"/>
          <p:cNvGrpSpPr/>
          <p:nvPr/>
        </p:nvGrpSpPr>
        <p:grpSpPr>
          <a:xfrm>
            <a:off x="1618428" y="897169"/>
            <a:ext cx="1561211" cy="1446832"/>
            <a:chOff x="3020983" y="881796"/>
            <a:chExt cx="2097410" cy="2097410"/>
          </a:xfrm>
        </p:grpSpPr>
        <p:grpSp>
          <p:nvGrpSpPr>
            <p:cNvPr id="405" name="Google Shape;405;p12"/>
            <p:cNvGrpSpPr/>
            <p:nvPr/>
          </p:nvGrpSpPr>
          <p:grpSpPr>
            <a:xfrm>
              <a:off x="3020983" y="881796"/>
              <a:ext cx="2097410" cy="2097410"/>
              <a:chOff x="3099689" y="1098878"/>
              <a:chExt cx="1995612" cy="1995615"/>
            </a:xfrm>
          </p:grpSpPr>
          <p:grpSp>
            <p:nvGrpSpPr>
              <p:cNvPr id="406" name="Google Shape;406;p12"/>
              <p:cNvGrpSpPr/>
              <p:nvPr/>
            </p:nvGrpSpPr>
            <p:grpSpPr>
              <a:xfrm>
                <a:off x="3099689" y="1098878"/>
                <a:ext cx="1995612" cy="1995615"/>
                <a:chOff x="6804316" y="2574806"/>
                <a:chExt cx="3585705" cy="3585705"/>
              </a:xfrm>
            </p:grpSpPr>
            <p:sp>
              <p:nvSpPr>
                <p:cNvPr id="407" name="Google Shape;407;p12"/>
                <p:cNvSpPr/>
                <p:nvPr/>
              </p:nvSpPr>
              <p:spPr>
                <a:xfrm rot="-2700000">
                  <a:off x="7501948" y="2927402"/>
                  <a:ext cx="2190440" cy="2880512"/>
                </a:xfrm>
                <a:custGeom>
                  <a:avLst/>
                  <a:gdLst/>
                  <a:ahLst/>
                  <a:cxnLst/>
                  <a:rect l="l" t="t" r="r" b="b"/>
                  <a:pathLst>
                    <a:path w="1696474" h="2070736" extrusionOk="0">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0">
                      <a:schemeClr val="dk1"/>
                    </a:gs>
                    <a:gs pos="17000">
                      <a:srgbClr val="000000">
                        <a:alpha val="45882"/>
                      </a:srgbClr>
                    </a:gs>
                    <a:gs pos="34000">
                      <a:srgbClr val="000000">
                        <a:alpha val="42745"/>
                      </a:srgbClr>
                    </a:gs>
                    <a:gs pos="51000">
                      <a:srgbClr val="000000">
                        <a:alpha val="20000"/>
                      </a:srgbClr>
                    </a:gs>
                    <a:gs pos="65000">
                      <a:srgbClr val="000000">
                        <a:alpha val="9803"/>
                      </a:srgbClr>
                    </a:gs>
                    <a:gs pos="78000">
                      <a:srgbClr val="000000">
                        <a:alpha val="4705"/>
                      </a:srgbClr>
                    </a:gs>
                    <a:gs pos="100000">
                      <a:srgbClr val="000000">
                        <a:alpha val="0"/>
                      </a:srgbClr>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chemeClr val="lt1"/>
                    </a:solidFill>
                    <a:latin typeface="Arial"/>
                    <a:ea typeface="Arial"/>
                    <a:cs typeface="Arial"/>
                    <a:sym typeface="Arial"/>
                  </a:endParaRPr>
                </a:p>
              </p:txBody>
            </p:sp>
            <p:sp>
              <p:nvSpPr>
                <p:cNvPr id="408" name="Google Shape;408;p12"/>
                <p:cNvSpPr/>
                <p:nvPr/>
              </p:nvSpPr>
              <p:spPr>
                <a:xfrm>
                  <a:off x="7567583" y="3243359"/>
                  <a:ext cx="1344545" cy="1344543"/>
                </a:xfrm>
                <a:prstGeom prst="ellipse">
                  <a:avLst/>
                </a:prstGeom>
                <a:gradFill>
                  <a:gsLst>
                    <a:gs pos="0">
                      <a:srgbClr val="FFFFFF">
                        <a:alpha val="98823"/>
                      </a:srgbClr>
                    </a:gs>
                    <a:gs pos="43000">
                      <a:srgbClr val="F7F7F7"/>
                    </a:gs>
                    <a:gs pos="100000">
                      <a:srgbClr val="B8C0C0"/>
                    </a:gs>
                  </a:gsLst>
                  <a:lin ang="2700000" scaled="0"/>
                </a:gradFill>
                <a:ln>
                  <a:noFill/>
                </a:ln>
                <a:effectLst>
                  <a:outerShdw blurRad="139700" dist="88900" dir="2700000" algn="tl" rotWithShape="0">
                    <a:srgbClr val="494949">
                      <a:alpha val="2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chemeClr val="lt1"/>
                    </a:solidFill>
                    <a:latin typeface="Arial"/>
                    <a:ea typeface="Arial"/>
                    <a:cs typeface="Arial"/>
                    <a:sym typeface="Arial"/>
                  </a:endParaRPr>
                </a:p>
              </p:txBody>
            </p:sp>
            <p:sp>
              <p:nvSpPr>
                <p:cNvPr id="409" name="Google Shape;409;p12"/>
                <p:cNvSpPr/>
                <p:nvPr/>
              </p:nvSpPr>
              <p:spPr>
                <a:xfrm>
                  <a:off x="7380501" y="3019185"/>
                  <a:ext cx="1596494" cy="1596494"/>
                </a:xfrm>
                <a:prstGeom prst="ellipse">
                  <a:avLst/>
                </a:prstGeom>
                <a:gradFill>
                  <a:gsLst>
                    <a:gs pos="0">
                      <a:srgbClr val="FFFFFF">
                        <a:alpha val="98823"/>
                      </a:srgbClr>
                    </a:gs>
                    <a:gs pos="11000">
                      <a:srgbClr val="FFFFFF">
                        <a:alpha val="98823"/>
                      </a:srgbClr>
                    </a:gs>
                    <a:gs pos="39000">
                      <a:schemeClr val="lt1"/>
                    </a:gs>
                    <a:gs pos="52999">
                      <a:srgbClr val="F7F7F7"/>
                    </a:gs>
                    <a:gs pos="100000">
                      <a:srgbClr val="B8C0C0"/>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chemeClr val="lt1"/>
                    </a:solidFill>
                    <a:latin typeface="Arial"/>
                    <a:ea typeface="Arial"/>
                    <a:cs typeface="Arial"/>
                    <a:sym typeface="Arial"/>
                  </a:endParaRPr>
                </a:p>
              </p:txBody>
            </p:sp>
          </p:grpSp>
          <p:sp>
            <p:nvSpPr>
              <p:cNvPr id="410" name="Google Shape;410;p12"/>
              <p:cNvSpPr/>
              <p:nvPr/>
            </p:nvSpPr>
            <p:spPr>
              <a:xfrm>
                <a:off x="3222820" y="1148080"/>
                <a:ext cx="1284821" cy="1284821"/>
              </a:xfrm>
              <a:prstGeom prst="ellipse">
                <a:avLst/>
              </a:prstGeom>
              <a:solidFill>
                <a:schemeClr val="lt1">
                  <a:alpha val="13725"/>
                </a:schemeClr>
              </a:solidFill>
              <a:ln w="15875" cap="flat" cmpd="sng">
                <a:solidFill>
                  <a:schemeClr val="lt1"/>
                </a:solidFill>
                <a:prstDash val="solid"/>
                <a:miter lim="800000"/>
                <a:headEnd type="none" w="sm" len="sm"/>
                <a:tailEnd type="none" w="sm" len="sm"/>
              </a:ln>
              <a:effectLst>
                <a:outerShdw blurRad="215900" dist="88900" dir="2700000" algn="tl" rotWithShape="0">
                  <a:srgbClr val="000000">
                    <a:alpha val="1098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chemeClr val="lt1"/>
                  </a:solidFill>
                  <a:latin typeface="Arial"/>
                  <a:ea typeface="Arial"/>
                  <a:cs typeface="Arial"/>
                  <a:sym typeface="Arial"/>
                </a:endParaRPr>
              </a:p>
            </p:txBody>
          </p:sp>
        </p:grpSp>
        <p:sp>
          <p:nvSpPr>
            <p:cNvPr id="411" name="Google Shape;411;p12"/>
            <p:cNvSpPr txBox="1"/>
            <p:nvPr/>
          </p:nvSpPr>
          <p:spPr>
            <a:xfrm>
              <a:off x="3438455" y="1314948"/>
              <a:ext cx="774240" cy="66919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dirty="0">
                  <a:solidFill>
                    <a:srgbClr val="01ACBE"/>
                  </a:solidFill>
                  <a:latin typeface="Impact"/>
                  <a:ea typeface="Impact"/>
                  <a:cs typeface="Impact"/>
                  <a:sym typeface="Impact"/>
                </a:rPr>
                <a:t>03</a:t>
              </a:r>
              <a:endParaRPr sz="2400" dirty="0">
                <a:solidFill>
                  <a:srgbClr val="01ACBE"/>
                </a:solidFill>
                <a:latin typeface="Impact"/>
                <a:ea typeface="Impact"/>
                <a:cs typeface="Impact"/>
                <a:sym typeface="Impact"/>
              </a:endParaRPr>
            </a:p>
          </p:txBody>
        </p:sp>
      </p:grpSp>
      <p:sp>
        <p:nvSpPr>
          <p:cNvPr id="412" name="Google Shape;412;p12"/>
          <p:cNvSpPr txBox="1"/>
          <p:nvPr/>
        </p:nvSpPr>
        <p:spPr>
          <a:xfrm>
            <a:off x="2752596" y="1123070"/>
            <a:ext cx="614848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chemeClr val="lt1"/>
                </a:solidFill>
                <a:latin typeface="Times New Roman"/>
                <a:ea typeface="Times New Roman"/>
                <a:cs typeface="Times New Roman"/>
                <a:sym typeface="Times New Roman"/>
              </a:rPr>
              <a:t>Spring Framework</a:t>
            </a:r>
            <a:endParaRPr sz="2800" dirty="0">
              <a:solidFill>
                <a:schemeClr val="lt1"/>
              </a:solidFill>
              <a:latin typeface="Times New Roman"/>
              <a:ea typeface="Times New Roman"/>
              <a:cs typeface="Times New Roman"/>
              <a:sym typeface="Times New Roman"/>
            </a:endParaRPr>
          </a:p>
        </p:txBody>
      </p:sp>
      <p:grpSp>
        <p:nvGrpSpPr>
          <p:cNvPr id="413" name="Google Shape;413;p12"/>
          <p:cNvGrpSpPr/>
          <p:nvPr/>
        </p:nvGrpSpPr>
        <p:grpSpPr>
          <a:xfrm>
            <a:off x="1471569" y="1828942"/>
            <a:ext cx="8967831" cy="4222010"/>
            <a:chOff x="982640" y="1286614"/>
            <a:chExt cx="10081119" cy="5023499"/>
          </a:xfrm>
        </p:grpSpPr>
        <p:sp>
          <p:nvSpPr>
            <p:cNvPr id="414" name="Google Shape;414;p12"/>
            <p:cNvSpPr/>
            <p:nvPr/>
          </p:nvSpPr>
          <p:spPr>
            <a:xfrm rot="-5400000">
              <a:off x="3563539" y="-1190106"/>
              <a:ext cx="5023499" cy="9976939"/>
            </a:xfrm>
            <a:prstGeom prst="roundRect">
              <a:avLst>
                <a:gd name="adj" fmla="val 4670"/>
              </a:avLst>
            </a:prstGeom>
            <a:gradFill>
              <a:gsLst>
                <a:gs pos="0">
                  <a:srgbClr val="7F7F7F"/>
                </a:gs>
                <a:gs pos="100000">
                  <a:srgbClr val="3F3F3F"/>
                </a:gs>
              </a:gsLst>
              <a:lin ang="8100000" scaled="0"/>
            </a:gradFill>
            <a:ln w="22225" cap="flat" cmpd="sng">
              <a:solidFill>
                <a:srgbClr val="A5A5A5"/>
              </a:solidFill>
              <a:prstDash val="solid"/>
              <a:miter lim="800000"/>
              <a:headEnd type="none" w="sm" len="sm"/>
              <a:tailEnd type="none" w="sm" len="sm"/>
            </a:ln>
            <a:effectLst>
              <a:outerShdw blurRad="139700" dist="762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15" name="Google Shape;415;p12"/>
            <p:cNvSpPr/>
            <p:nvPr/>
          </p:nvSpPr>
          <p:spPr>
            <a:xfrm rot="-5400000">
              <a:off x="3788070" y="-980490"/>
              <a:ext cx="4628185" cy="9557712"/>
            </a:xfrm>
            <a:prstGeom prst="roundRect">
              <a:avLst>
                <a:gd name="adj" fmla="val 0"/>
              </a:avLst>
            </a:prstGeom>
            <a:solidFill>
              <a:srgbClr val="F2F2F2"/>
            </a:solidFill>
            <a:ln>
              <a:noFill/>
            </a:ln>
            <a:effectLst>
              <a:outerShdw blurRad="177800" dist="88900" dir="2700000" algn="tl" rotWithShape="0">
                <a:srgbClr val="000000">
                  <a:alpha val="4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014">
                  <a:solidFill>
                    <a:srgbClr val="FFFFFF"/>
                  </a:solidFill>
                  <a:latin typeface="Arial"/>
                  <a:ea typeface="Arial"/>
                  <a:cs typeface="Arial"/>
                  <a:sym typeface="Arial"/>
                </a:rPr>
                <a:t>1. </a:t>
              </a:r>
              <a:endParaRPr sz="1014">
                <a:solidFill>
                  <a:srgbClr val="FFFFFF"/>
                </a:solidFill>
                <a:latin typeface="Arial"/>
                <a:ea typeface="Arial"/>
                <a:cs typeface="Arial"/>
                <a:sym typeface="Arial"/>
              </a:endParaRPr>
            </a:p>
          </p:txBody>
        </p:sp>
        <p:grpSp>
          <p:nvGrpSpPr>
            <p:cNvPr id="416" name="Google Shape;416;p12"/>
            <p:cNvGrpSpPr/>
            <p:nvPr/>
          </p:nvGrpSpPr>
          <p:grpSpPr>
            <a:xfrm>
              <a:off x="982640" y="1596963"/>
              <a:ext cx="751226" cy="4402810"/>
              <a:chOff x="982640" y="1596963"/>
              <a:chExt cx="751226" cy="4402810"/>
            </a:xfrm>
          </p:grpSpPr>
          <p:grpSp>
            <p:nvGrpSpPr>
              <p:cNvPr id="417" name="Google Shape;417;p12"/>
              <p:cNvGrpSpPr/>
              <p:nvPr/>
            </p:nvGrpSpPr>
            <p:grpSpPr>
              <a:xfrm rot="-5400000">
                <a:off x="-615716" y="3650191"/>
                <a:ext cx="4402810" cy="296354"/>
                <a:chOff x="2149635" y="1165383"/>
                <a:chExt cx="3485831" cy="234634"/>
              </a:xfrm>
            </p:grpSpPr>
            <p:grpSp>
              <p:nvGrpSpPr>
                <p:cNvPr id="418" name="Google Shape;418;p12"/>
                <p:cNvGrpSpPr/>
                <p:nvPr/>
              </p:nvGrpSpPr>
              <p:grpSpPr>
                <a:xfrm>
                  <a:off x="2149635" y="1165385"/>
                  <a:ext cx="234632" cy="234632"/>
                  <a:chOff x="2483014" y="1114427"/>
                  <a:chExt cx="209550" cy="209550"/>
                </a:xfrm>
              </p:grpSpPr>
              <p:sp>
                <p:nvSpPr>
                  <p:cNvPr id="419" name="Google Shape;419;p12"/>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dist="127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20" name="Google Shape;420;p12"/>
                  <p:cNvSpPr/>
                  <p:nvPr/>
                </p:nvSpPr>
                <p:spPr>
                  <a:xfrm>
                    <a:off x="2502060" y="1133475"/>
                    <a:ext cx="171450" cy="171450"/>
                  </a:xfrm>
                  <a:prstGeom prst="ellipse">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21" name="Google Shape;421;p12"/>
                <p:cNvGrpSpPr/>
                <p:nvPr/>
              </p:nvGrpSpPr>
              <p:grpSpPr>
                <a:xfrm>
                  <a:off x="2510880" y="1165385"/>
                  <a:ext cx="234632" cy="234632"/>
                  <a:chOff x="2483014" y="1114427"/>
                  <a:chExt cx="209550" cy="209550"/>
                </a:xfrm>
              </p:grpSpPr>
              <p:sp>
                <p:nvSpPr>
                  <p:cNvPr id="422" name="Google Shape;422;p12"/>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dist="127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23" name="Google Shape;423;p12"/>
                  <p:cNvSpPr/>
                  <p:nvPr/>
                </p:nvSpPr>
                <p:spPr>
                  <a:xfrm>
                    <a:off x="2502060" y="1133475"/>
                    <a:ext cx="171450" cy="171450"/>
                  </a:xfrm>
                  <a:prstGeom prst="ellipse">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24" name="Google Shape;424;p12"/>
                <p:cNvGrpSpPr/>
                <p:nvPr/>
              </p:nvGrpSpPr>
              <p:grpSpPr>
                <a:xfrm>
                  <a:off x="2872124" y="1165385"/>
                  <a:ext cx="234632" cy="234632"/>
                  <a:chOff x="2483014" y="1114427"/>
                  <a:chExt cx="209550" cy="209550"/>
                </a:xfrm>
              </p:grpSpPr>
              <p:sp>
                <p:nvSpPr>
                  <p:cNvPr id="425" name="Google Shape;425;p12"/>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dist="127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26" name="Google Shape;426;p12"/>
                  <p:cNvSpPr/>
                  <p:nvPr/>
                </p:nvSpPr>
                <p:spPr>
                  <a:xfrm>
                    <a:off x="2502060" y="1133475"/>
                    <a:ext cx="171450" cy="171450"/>
                  </a:xfrm>
                  <a:prstGeom prst="ellipse">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27" name="Google Shape;427;p12"/>
                <p:cNvGrpSpPr/>
                <p:nvPr/>
              </p:nvGrpSpPr>
              <p:grpSpPr>
                <a:xfrm>
                  <a:off x="3233369" y="1165385"/>
                  <a:ext cx="234632" cy="234632"/>
                  <a:chOff x="2483014" y="1114427"/>
                  <a:chExt cx="209550" cy="209550"/>
                </a:xfrm>
              </p:grpSpPr>
              <p:sp>
                <p:nvSpPr>
                  <p:cNvPr id="428" name="Google Shape;428;p12"/>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dist="127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29" name="Google Shape;429;p12"/>
                  <p:cNvSpPr/>
                  <p:nvPr/>
                </p:nvSpPr>
                <p:spPr>
                  <a:xfrm>
                    <a:off x="2502060" y="1133475"/>
                    <a:ext cx="171450" cy="171450"/>
                  </a:xfrm>
                  <a:prstGeom prst="ellipse">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30" name="Google Shape;430;p12"/>
                <p:cNvGrpSpPr/>
                <p:nvPr/>
              </p:nvGrpSpPr>
              <p:grpSpPr>
                <a:xfrm>
                  <a:off x="3594615" y="1165383"/>
                  <a:ext cx="234632" cy="234632"/>
                  <a:chOff x="2483014" y="1114427"/>
                  <a:chExt cx="209550" cy="209550"/>
                </a:xfrm>
              </p:grpSpPr>
              <p:sp>
                <p:nvSpPr>
                  <p:cNvPr id="431" name="Google Shape;431;p12"/>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dist="127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32" name="Google Shape;432;p12"/>
                  <p:cNvSpPr/>
                  <p:nvPr/>
                </p:nvSpPr>
                <p:spPr>
                  <a:xfrm>
                    <a:off x="2502060" y="1133475"/>
                    <a:ext cx="171450" cy="171450"/>
                  </a:xfrm>
                  <a:prstGeom prst="ellipse">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33" name="Google Shape;433;p12"/>
                <p:cNvGrpSpPr/>
                <p:nvPr/>
              </p:nvGrpSpPr>
              <p:grpSpPr>
                <a:xfrm>
                  <a:off x="3955858" y="1165384"/>
                  <a:ext cx="234632" cy="234632"/>
                  <a:chOff x="2483014" y="1114427"/>
                  <a:chExt cx="209550" cy="209550"/>
                </a:xfrm>
              </p:grpSpPr>
              <p:sp>
                <p:nvSpPr>
                  <p:cNvPr id="434" name="Google Shape;434;p12"/>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dist="127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35" name="Google Shape;435;p12"/>
                  <p:cNvSpPr/>
                  <p:nvPr/>
                </p:nvSpPr>
                <p:spPr>
                  <a:xfrm>
                    <a:off x="2502060" y="1133475"/>
                    <a:ext cx="171450" cy="171450"/>
                  </a:xfrm>
                  <a:prstGeom prst="ellipse">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36" name="Google Shape;436;p12"/>
                <p:cNvGrpSpPr/>
                <p:nvPr/>
              </p:nvGrpSpPr>
              <p:grpSpPr>
                <a:xfrm>
                  <a:off x="4317103" y="1165384"/>
                  <a:ext cx="234632" cy="234632"/>
                  <a:chOff x="2483014" y="1114427"/>
                  <a:chExt cx="209550" cy="209550"/>
                </a:xfrm>
              </p:grpSpPr>
              <p:sp>
                <p:nvSpPr>
                  <p:cNvPr id="437" name="Google Shape;437;p12"/>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dist="127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38" name="Google Shape;438;p12"/>
                  <p:cNvSpPr/>
                  <p:nvPr/>
                </p:nvSpPr>
                <p:spPr>
                  <a:xfrm>
                    <a:off x="2502060" y="1133475"/>
                    <a:ext cx="171450" cy="171450"/>
                  </a:xfrm>
                  <a:prstGeom prst="ellipse">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39" name="Google Shape;439;p12"/>
                <p:cNvGrpSpPr/>
                <p:nvPr/>
              </p:nvGrpSpPr>
              <p:grpSpPr>
                <a:xfrm>
                  <a:off x="4678347" y="1165384"/>
                  <a:ext cx="234632" cy="234632"/>
                  <a:chOff x="2483014" y="1114427"/>
                  <a:chExt cx="209550" cy="209550"/>
                </a:xfrm>
              </p:grpSpPr>
              <p:sp>
                <p:nvSpPr>
                  <p:cNvPr id="440" name="Google Shape;440;p12"/>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dist="127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41" name="Google Shape;441;p12"/>
                  <p:cNvSpPr/>
                  <p:nvPr/>
                </p:nvSpPr>
                <p:spPr>
                  <a:xfrm>
                    <a:off x="2502060" y="1133475"/>
                    <a:ext cx="171450" cy="171450"/>
                  </a:xfrm>
                  <a:prstGeom prst="ellipse">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42" name="Google Shape;442;p12"/>
                <p:cNvGrpSpPr/>
                <p:nvPr/>
              </p:nvGrpSpPr>
              <p:grpSpPr>
                <a:xfrm>
                  <a:off x="5039590" y="1165384"/>
                  <a:ext cx="234632" cy="234632"/>
                  <a:chOff x="2483014" y="1114427"/>
                  <a:chExt cx="209550" cy="209550"/>
                </a:xfrm>
              </p:grpSpPr>
              <p:sp>
                <p:nvSpPr>
                  <p:cNvPr id="443" name="Google Shape;443;p12"/>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dist="127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44" name="Google Shape;444;p12"/>
                  <p:cNvSpPr/>
                  <p:nvPr/>
                </p:nvSpPr>
                <p:spPr>
                  <a:xfrm>
                    <a:off x="2502060" y="1133475"/>
                    <a:ext cx="171450" cy="171450"/>
                  </a:xfrm>
                  <a:prstGeom prst="ellipse">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45" name="Google Shape;445;p12"/>
                <p:cNvGrpSpPr/>
                <p:nvPr/>
              </p:nvGrpSpPr>
              <p:grpSpPr>
                <a:xfrm>
                  <a:off x="5400834" y="1165384"/>
                  <a:ext cx="234632" cy="234632"/>
                  <a:chOff x="2483014" y="1114427"/>
                  <a:chExt cx="209550" cy="209550"/>
                </a:xfrm>
              </p:grpSpPr>
              <p:sp>
                <p:nvSpPr>
                  <p:cNvPr id="446" name="Google Shape;446;p12"/>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dist="127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47" name="Google Shape;447;p12"/>
                  <p:cNvSpPr/>
                  <p:nvPr/>
                </p:nvSpPr>
                <p:spPr>
                  <a:xfrm>
                    <a:off x="2502060" y="1133475"/>
                    <a:ext cx="171450" cy="171450"/>
                  </a:xfrm>
                  <a:prstGeom prst="ellipse">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grpSp>
            <p:nvGrpSpPr>
              <p:cNvPr id="448" name="Google Shape;448;p12"/>
              <p:cNvGrpSpPr/>
              <p:nvPr/>
            </p:nvGrpSpPr>
            <p:grpSpPr>
              <a:xfrm rot="-5400000">
                <a:off x="1229146" y="5557333"/>
                <a:ext cx="119575" cy="612586"/>
                <a:chOff x="2244455" y="772894"/>
                <a:chExt cx="94658" cy="485003"/>
              </a:xfrm>
            </p:grpSpPr>
            <p:sp>
              <p:nvSpPr>
                <p:cNvPr id="449" name="Google Shape;449;p12"/>
                <p:cNvSpPr/>
                <p:nvPr/>
              </p:nvSpPr>
              <p:spPr>
                <a:xfrm>
                  <a:off x="2244455" y="772894"/>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50" name="Google Shape;450;p12"/>
                <p:cNvSpPr/>
                <p:nvPr/>
              </p:nvSpPr>
              <p:spPr>
                <a:xfrm>
                  <a:off x="2313407" y="772895"/>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51" name="Google Shape;451;p12"/>
              <p:cNvGrpSpPr/>
              <p:nvPr/>
            </p:nvGrpSpPr>
            <p:grpSpPr>
              <a:xfrm rot="-5400000">
                <a:off x="1229146" y="5099277"/>
                <a:ext cx="119575" cy="612586"/>
                <a:chOff x="2244455" y="772894"/>
                <a:chExt cx="94658" cy="485003"/>
              </a:xfrm>
            </p:grpSpPr>
            <p:sp>
              <p:nvSpPr>
                <p:cNvPr id="452" name="Google Shape;452;p12"/>
                <p:cNvSpPr/>
                <p:nvPr/>
              </p:nvSpPr>
              <p:spPr>
                <a:xfrm>
                  <a:off x="2244455" y="772894"/>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53" name="Google Shape;453;p12"/>
                <p:cNvSpPr/>
                <p:nvPr/>
              </p:nvSpPr>
              <p:spPr>
                <a:xfrm>
                  <a:off x="2313407" y="772895"/>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54" name="Google Shape;454;p12"/>
              <p:cNvGrpSpPr/>
              <p:nvPr/>
            </p:nvGrpSpPr>
            <p:grpSpPr>
              <a:xfrm rot="-5400000">
                <a:off x="1229146" y="4641222"/>
                <a:ext cx="119575" cy="612586"/>
                <a:chOff x="2244455" y="772894"/>
                <a:chExt cx="94658" cy="485003"/>
              </a:xfrm>
            </p:grpSpPr>
            <p:sp>
              <p:nvSpPr>
                <p:cNvPr id="455" name="Google Shape;455;p12"/>
                <p:cNvSpPr/>
                <p:nvPr/>
              </p:nvSpPr>
              <p:spPr>
                <a:xfrm>
                  <a:off x="2244455" y="772894"/>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56" name="Google Shape;456;p12"/>
                <p:cNvSpPr/>
                <p:nvPr/>
              </p:nvSpPr>
              <p:spPr>
                <a:xfrm>
                  <a:off x="2313407" y="772895"/>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57" name="Google Shape;457;p12"/>
              <p:cNvGrpSpPr/>
              <p:nvPr/>
            </p:nvGrpSpPr>
            <p:grpSpPr>
              <a:xfrm rot="-5400000">
                <a:off x="1229146" y="4183167"/>
                <a:ext cx="119575" cy="612586"/>
                <a:chOff x="2244455" y="772894"/>
                <a:chExt cx="94658" cy="485003"/>
              </a:xfrm>
            </p:grpSpPr>
            <p:sp>
              <p:nvSpPr>
                <p:cNvPr id="458" name="Google Shape;458;p12"/>
                <p:cNvSpPr/>
                <p:nvPr/>
              </p:nvSpPr>
              <p:spPr>
                <a:xfrm>
                  <a:off x="2244455" y="772894"/>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59" name="Google Shape;459;p12"/>
                <p:cNvSpPr/>
                <p:nvPr/>
              </p:nvSpPr>
              <p:spPr>
                <a:xfrm>
                  <a:off x="2313407" y="772895"/>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60" name="Google Shape;460;p12"/>
              <p:cNvGrpSpPr/>
              <p:nvPr/>
            </p:nvGrpSpPr>
            <p:grpSpPr>
              <a:xfrm rot="-5400000">
                <a:off x="1229146" y="3725113"/>
                <a:ext cx="119575" cy="612586"/>
                <a:chOff x="2244455" y="772894"/>
                <a:chExt cx="94658" cy="485003"/>
              </a:xfrm>
            </p:grpSpPr>
            <p:sp>
              <p:nvSpPr>
                <p:cNvPr id="461" name="Google Shape;461;p12"/>
                <p:cNvSpPr/>
                <p:nvPr/>
              </p:nvSpPr>
              <p:spPr>
                <a:xfrm>
                  <a:off x="2244455" y="772894"/>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62" name="Google Shape;462;p12"/>
                <p:cNvSpPr/>
                <p:nvPr/>
              </p:nvSpPr>
              <p:spPr>
                <a:xfrm>
                  <a:off x="2313407" y="772895"/>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63" name="Google Shape;463;p12"/>
              <p:cNvGrpSpPr/>
              <p:nvPr/>
            </p:nvGrpSpPr>
            <p:grpSpPr>
              <a:xfrm rot="-5400000">
                <a:off x="1229146" y="3267055"/>
                <a:ext cx="119575" cy="612586"/>
                <a:chOff x="2244455" y="772894"/>
                <a:chExt cx="94658" cy="485003"/>
              </a:xfrm>
            </p:grpSpPr>
            <p:sp>
              <p:nvSpPr>
                <p:cNvPr id="464" name="Google Shape;464;p12"/>
                <p:cNvSpPr/>
                <p:nvPr/>
              </p:nvSpPr>
              <p:spPr>
                <a:xfrm>
                  <a:off x="2244455" y="772894"/>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65" name="Google Shape;465;p12"/>
                <p:cNvSpPr/>
                <p:nvPr/>
              </p:nvSpPr>
              <p:spPr>
                <a:xfrm>
                  <a:off x="2313407" y="772895"/>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66" name="Google Shape;466;p12"/>
              <p:cNvGrpSpPr/>
              <p:nvPr/>
            </p:nvGrpSpPr>
            <p:grpSpPr>
              <a:xfrm rot="-5400000">
                <a:off x="1229145" y="2808999"/>
                <a:ext cx="119575" cy="612586"/>
                <a:chOff x="2244455" y="772894"/>
                <a:chExt cx="94658" cy="485003"/>
              </a:xfrm>
            </p:grpSpPr>
            <p:sp>
              <p:nvSpPr>
                <p:cNvPr id="467" name="Google Shape;467;p12"/>
                <p:cNvSpPr/>
                <p:nvPr/>
              </p:nvSpPr>
              <p:spPr>
                <a:xfrm>
                  <a:off x="2244455" y="772894"/>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68" name="Google Shape;468;p12"/>
                <p:cNvSpPr/>
                <p:nvPr/>
              </p:nvSpPr>
              <p:spPr>
                <a:xfrm>
                  <a:off x="2313407" y="772895"/>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69" name="Google Shape;469;p12"/>
              <p:cNvGrpSpPr/>
              <p:nvPr/>
            </p:nvGrpSpPr>
            <p:grpSpPr>
              <a:xfrm rot="-5400000">
                <a:off x="1229146" y="2350946"/>
                <a:ext cx="119575" cy="612586"/>
                <a:chOff x="2244455" y="772894"/>
                <a:chExt cx="94658" cy="485003"/>
              </a:xfrm>
            </p:grpSpPr>
            <p:sp>
              <p:nvSpPr>
                <p:cNvPr id="470" name="Google Shape;470;p12"/>
                <p:cNvSpPr/>
                <p:nvPr/>
              </p:nvSpPr>
              <p:spPr>
                <a:xfrm>
                  <a:off x="2244455" y="772894"/>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71" name="Google Shape;471;p12"/>
                <p:cNvSpPr/>
                <p:nvPr/>
              </p:nvSpPr>
              <p:spPr>
                <a:xfrm>
                  <a:off x="2313407" y="772895"/>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72" name="Google Shape;472;p12"/>
              <p:cNvGrpSpPr/>
              <p:nvPr/>
            </p:nvGrpSpPr>
            <p:grpSpPr>
              <a:xfrm rot="-5400000">
                <a:off x="1229146" y="1892893"/>
                <a:ext cx="119575" cy="612586"/>
                <a:chOff x="2244455" y="772894"/>
                <a:chExt cx="94658" cy="485003"/>
              </a:xfrm>
            </p:grpSpPr>
            <p:sp>
              <p:nvSpPr>
                <p:cNvPr id="473" name="Google Shape;473;p12"/>
                <p:cNvSpPr/>
                <p:nvPr/>
              </p:nvSpPr>
              <p:spPr>
                <a:xfrm>
                  <a:off x="2244455" y="772894"/>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74" name="Google Shape;474;p12"/>
                <p:cNvSpPr/>
                <p:nvPr/>
              </p:nvSpPr>
              <p:spPr>
                <a:xfrm>
                  <a:off x="2313407" y="772895"/>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75" name="Google Shape;475;p12"/>
              <p:cNvGrpSpPr/>
              <p:nvPr/>
            </p:nvGrpSpPr>
            <p:grpSpPr>
              <a:xfrm rot="-5400000">
                <a:off x="1229146" y="1434840"/>
                <a:ext cx="119575" cy="612586"/>
                <a:chOff x="2244455" y="772894"/>
                <a:chExt cx="94658" cy="485003"/>
              </a:xfrm>
            </p:grpSpPr>
            <p:sp>
              <p:nvSpPr>
                <p:cNvPr id="476" name="Google Shape;476;p12"/>
                <p:cNvSpPr/>
                <p:nvPr/>
              </p:nvSpPr>
              <p:spPr>
                <a:xfrm>
                  <a:off x="2244455" y="772894"/>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77" name="Google Shape;477;p12"/>
                <p:cNvSpPr/>
                <p:nvPr/>
              </p:nvSpPr>
              <p:spPr>
                <a:xfrm>
                  <a:off x="2313407" y="772895"/>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grpSp>
      <p:sp>
        <p:nvSpPr>
          <p:cNvPr id="478" name="Google Shape;478;p12"/>
          <p:cNvSpPr txBox="1"/>
          <p:nvPr/>
        </p:nvSpPr>
        <p:spPr>
          <a:xfrm>
            <a:off x="2073554" y="1932600"/>
            <a:ext cx="8326988" cy="3453213"/>
          </a:xfrm>
          <a:prstGeom prst="rect">
            <a:avLst/>
          </a:prstGeom>
          <a:noFill/>
          <a:ln>
            <a:noFill/>
          </a:ln>
        </p:spPr>
        <p:txBody>
          <a:bodyPr spcFirstLastPara="1" wrap="square" lIns="91425" tIns="45700" rIns="91425" bIns="45700" anchor="t" anchorCtr="0">
            <a:spAutoFit/>
          </a:bodyPr>
          <a:lstStyle/>
          <a:p>
            <a:pPr lvl="0">
              <a:lnSpc>
                <a:spcPct val="130000"/>
              </a:lnSpc>
              <a:buClr>
                <a:schemeClr val="dk1"/>
              </a:buClr>
              <a:buSzPts val="2800"/>
            </a:pPr>
            <a:r>
              <a:rPr lang="vi-VN" sz="2800" dirty="0">
                <a:solidFill>
                  <a:schemeClr val="dk1"/>
                </a:solidFill>
                <a:latin typeface="Times New Roman"/>
                <a:ea typeface="Times New Roman"/>
                <a:cs typeface="Times New Roman"/>
                <a:sym typeface="Times New Roman"/>
              </a:rPr>
              <a:t>Dependency Injection (DI) là một phương pháp để thực hiện IoC. DI là kỹ thuật mà trong đó các phụ thuộc của một đối tượng được "tiêm" vào thay vì được khởi tạo trong bản thân đối tượng đó. Trong DI, các phụ thuộc (dependencies) sẽ được truyền vào từ bên ngoài (inject vào), giúp mã giảm bớt sự phụ thuộc và dễ thay đổi.</a:t>
            </a:r>
            <a:endParaRPr lang="en-US" sz="2800"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9434393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04"/>
                                        </p:tgtEl>
                                        <p:attrNameLst>
                                          <p:attrName>style.visibility</p:attrName>
                                        </p:attrNameLst>
                                      </p:cBhvr>
                                      <p:to>
                                        <p:strVal val="visible"/>
                                      </p:to>
                                    </p:set>
                                    <p:anim calcmode="lin" valueType="num">
                                      <p:cBhvr additive="base">
                                        <p:cTn id="7" dur="500"/>
                                        <p:tgtEl>
                                          <p:spTgt spid="404"/>
                                        </p:tgtEl>
                                        <p:attrNameLst>
                                          <p:attrName>ppt_x</p:attrName>
                                        </p:attrNameLst>
                                      </p:cBhvr>
                                      <p:tavLst>
                                        <p:tav tm="0">
                                          <p:val>
                                            <p:strVal val="#ppt_x-1"/>
                                          </p:val>
                                        </p:tav>
                                        <p:tav tm="100000">
                                          <p:val>
                                            <p:strVal val="#ppt_x"/>
                                          </p:val>
                                        </p:tav>
                                      </p:tavLst>
                                    </p:anim>
                                  </p:childTnLst>
                                </p:cTn>
                              </p:par>
                              <p:par>
                                <p:cTn id="8" presetID="2" presetClass="entr" presetSubtype="2" fill="hold" nodeType="withEffect">
                                  <p:stCondLst>
                                    <p:cond delay="0"/>
                                  </p:stCondLst>
                                  <p:childTnLst>
                                    <p:set>
                                      <p:cBhvr>
                                        <p:cTn id="9" dur="1" fill="hold">
                                          <p:stCondLst>
                                            <p:cond delay="0"/>
                                          </p:stCondLst>
                                        </p:cTn>
                                        <p:tgtEl>
                                          <p:spTgt spid="401"/>
                                        </p:tgtEl>
                                        <p:attrNameLst>
                                          <p:attrName>style.visibility</p:attrName>
                                        </p:attrNameLst>
                                      </p:cBhvr>
                                      <p:to>
                                        <p:strVal val="visible"/>
                                      </p:to>
                                    </p:set>
                                    <p:anim calcmode="lin" valueType="num">
                                      <p:cBhvr additive="base">
                                        <p:cTn id="10" dur="500"/>
                                        <p:tgtEl>
                                          <p:spTgt spid="401"/>
                                        </p:tgtEl>
                                        <p:attrNameLst>
                                          <p:attrName>ppt_x</p:attrName>
                                        </p:attrNameLst>
                                      </p:cBhvr>
                                      <p:tavLst>
                                        <p:tav tm="0">
                                          <p:val>
                                            <p:strVal val="#ppt_x+1"/>
                                          </p:val>
                                        </p:tav>
                                        <p:tav tm="100000">
                                          <p:val>
                                            <p:strVal val="#ppt_x"/>
                                          </p:val>
                                        </p:tav>
                                      </p:tavLst>
                                    </p:anim>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13"/>
                                        </p:tgtEl>
                                        <p:attrNameLst>
                                          <p:attrName>style.visibility</p:attrName>
                                        </p:attrNameLst>
                                      </p:cBhvr>
                                      <p:to>
                                        <p:strVal val="visible"/>
                                      </p:to>
                                    </p:set>
                                    <p:animEffect transition="in" filter="fade">
                                      <p:cBhvr>
                                        <p:cTn id="15" dur="500"/>
                                        <p:tgtEl>
                                          <p:spTgt spid="41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478"/>
                                        </p:tgtEl>
                                        <p:attrNameLst>
                                          <p:attrName>style.visibility</p:attrName>
                                        </p:attrNameLst>
                                      </p:cBhvr>
                                      <p:to>
                                        <p:strVal val="visible"/>
                                      </p:to>
                                    </p:set>
                                    <p:animEffect transition="in" filter="fade">
                                      <p:cBhvr>
                                        <p:cTn id="20" dur="500"/>
                                        <p:tgtEl>
                                          <p:spTgt spid="4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grpSp>
        <p:nvGrpSpPr>
          <p:cNvPr id="401" name="Google Shape;401;p12"/>
          <p:cNvGrpSpPr/>
          <p:nvPr/>
        </p:nvGrpSpPr>
        <p:grpSpPr>
          <a:xfrm>
            <a:off x="1517289" y="964416"/>
            <a:ext cx="8712598" cy="852875"/>
            <a:chOff x="3129129" y="1121776"/>
            <a:chExt cx="5933741" cy="1171624"/>
          </a:xfrm>
        </p:grpSpPr>
        <p:sp>
          <p:nvSpPr>
            <p:cNvPr id="402" name="Google Shape;402;p12"/>
            <p:cNvSpPr/>
            <p:nvPr/>
          </p:nvSpPr>
          <p:spPr>
            <a:xfrm>
              <a:off x="3129129" y="1121776"/>
              <a:ext cx="5933741" cy="1171624"/>
            </a:xfrm>
            <a:prstGeom prst="roundRect">
              <a:avLst>
                <a:gd name="adj" fmla="val 50000"/>
              </a:avLst>
            </a:prstGeom>
            <a:solidFill>
              <a:srgbClr val="D8D8D8">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AA2D"/>
                </a:solidFill>
                <a:latin typeface="Arial"/>
                <a:ea typeface="Arial"/>
                <a:cs typeface="Arial"/>
                <a:sym typeface="Arial"/>
              </a:endParaRPr>
            </a:p>
          </p:txBody>
        </p:sp>
        <p:sp>
          <p:nvSpPr>
            <p:cNvPr id="403" name="Google Shape;403;p12"/>
            <p:cNvSpPr/>
            <p:nvPr/>
          </p:nvSpPr>
          <p:spPr>
            <a:xfrm>
              <a:off x="3289330" y="1253414"/>
              <a:ext cx="5716387" cy="908350"/>
            </a:xfrm>
            <a:prstGeom prst="roundRect">
              <a:avLst>
                <a:gd name="adj" fmla="val 50000"/>
              </a:avLst>
            </a:prstGeom>
            <a:gradFill>
              <a:gsLst>
                <a:gs pos="0">
                  <a:srgbClr val="01ACBE"/>
                </a:gs>
                <a:gs pos="100000">
                  <a:srgbClr val="01DAF1"/>
                </a:gs>
              </a:gsLst>
              <a:lin ang="0" scaled="0"/>
            </a:gradFill>
            <a:ln w="19050" cap="flat" cmpd="sng">
              <a:solidFill>
                <a:srgbClr val="01DAF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AA2D"/>
                </a:solidFill>
                <a:latin typeface="Arial"/>
                <a:ea typeface="Arial"/>
                <a:cs typeface="Arial"/>
                <a:sym typeface="Arial"/>
              </a:endParaRPr>
            </a:p>
          </p:txBody>
        </p:sp>
      </p:grpSp>
      <p:grpSp>
        <p:nvGrpSpPr>
          <p:cNvPr id="404" name="Google Shape;404;p12"/>
          <p:cNvGrpSpPr/>
          <p:nvPr/>
        </p:nvGrpSpPr>
        <p:grpSpPr>
          <a:xfrm>
            <a:off x="1618428" y="897169"/>
            <a:ext cx="1561211" cy="1446832"/>
            <a:chOff x="3020983" y="881796"/>
            <a:chExt cx="2097410" cy="2097410"/>
          </a:xfrm>
        </p:grpSpPr>
        <p:grpSp>
          <p:nvGrpSpPr>
            <p:cNvPr id="405" name="Google Shape;405;p12"/>
            <p:cNvGrpSpPr/>
            <p:nvPr/>
          </p:nvGrpSpPr>
          <p:grpSpPr>
            <a:xfrm>
              <a:off x="3020983" y="881796"/>
              <a:ext cx="2097410" cy="2097410"/>
              <a:chOff x="3099689" y="1098878"/>
              <a:chExt cx="1995612" cy="1995615"/>
            </a:xfrm>
          </p:grpSpPr>
          <p:grpSp>
            <p:nvGrpSpPr>
              <p:cNvPr id="406" name="Google Shape;406;p12"/>
              <p:cNvGrpSpPr/>
              <p:nvPr/>
            </p:nvGrpSpPr>
            <p:grpSpPr>
              <a:xfrm>
                <a:off x="3099689" y="1098878"/>
                <a:ext cx="1995612" cy="1995615"/>
                <a:chOff x="6804316" y="2574806"/>
                <a:chExt cx="3585705" cy="3585705"/>
              </a:xfrm>
            </p:grpSpPr>
            <p:sp>
              <p:nvSpPr>
                <p:cNvPr id="407" name="Google Shape;407;p12"/>
                <p:cNvSpPr/>
                <p:nvPr/>
              </p:nvSpPr>
              <p:spPr>
                <a:xfrm rot="-2700000">
                  <a:off x="7501948" y="2927402"/>
                  <a:ext cx="2190440" cy="2880512"/>
                </a:xfrm>
                <a:custGeom>
                  <a:avLst/>
                  <a:gdLst/>
                  <a:ahLst/>
                  <a:cxnLst/>
                  <a:rect l="l" t="t" r="r" b="b"/>
                  <a:pathLst>
                    <a:path w="1696474" h="2070736" extrusionOk="0">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0">
                      <a:schemeClr val="dk1"/>
                    </a:gs>
                    <a:gs pos="17000">
                      <a:srgbClr val="000000">
                        <a:alpha val="45882"/>
                      </a:srgbClr>
                    </a:gs>
                    <a:gs pos="34000">
                      <a:srgbClr val="000000">
                        <a:alpha val="42745"/>
                      </a:srgbClr>
                    </a:gs>
                    <a:gs pos="51000">
                      <a:srgbClr val="000000">
                        <a:alpha val="20000"/>
                      </a:srgbClr>
                    </a:gs>
                    <a:gs pos="65000">
                      <a:srgbClr val="000000">
                        <a:alpha val="9803"/>
                      </a:srgbClr>
                    </a:gs>
                    <a:gs pos="78000">
                      <a:srgbClr val="000000">
                        <a:alpha val="4705"/>
                      </a:srgbClr>
                    </a:gs>
                    <a:gs pos="100000">
                      <a:srgbClr val="000000">
                        <a:alpha val="0"/>
                      </a:srgbClr>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chemeClr val="lt1"/>
                    </a:solidFill>
                    <a:latin typeface="Arial"/>
                    <a:ea typeface="Arial"/>
                    <a:cs typeface="Arial"/>
                    <a:sym typeface="Arial"/>
                  </a:endParaRPr>
                </a:p>
              </p:txBody>
            </p:sp>
            <p:sp>
              <p:nvSpPr>
                <p:cNvPr id="408" name="Google Shape;408;p12"/>
                <p:cNvSpPr/>
                <p:nvPr/>
              </p:nvSpPr>
              <p:spPr>
                <a:xfrm>
                  <a:off x="7567583" y="3243359"/>
                  <a:ext cx="1344545" cy="1344543"/>
                </a:xfrm>
                <a:prstGeom prst="ellipse">
                  <a:avLst/>
                </a:prstGeom>
                <a:gradFill>
                  <a:gsLst>
                    <a:gs pos="0">
                      <a:srgbClr val="FFFFFF">
                        <a:alpha val="98823"/>
                      </a:srgbClr>
                    </a:gs>
                    <a:gs pos="43000">
                      <a:srgbClr val="F7F7F7"/>
                    </a:gs>
                    <a:gs pos="100000">
                      <a:srgbClr val="B8C0C0"/>
                    </a:gs>
                  </a:gsLst>
                  <a:lin ang="2700000" scaled="0"/>
                </a:gradFill>
                <a:ln>
                  <a:noFill/>
                </a:ln>
                <a:effectLst>
                  <a:outerShdw blurRad="139700" dist="88900" dir="2700000" algn="tl" rotWithShape="0">
                    <a:srgbClr val="494949">
                      <a:alpha val="2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chemeClr val="lt1"/>
                    </a:solidFill>
                    <a:latin typeface="Arial"/>
                    <a:ea typeface="Arial"/>
                    <a:cs typeface="Arial"/>
                    <a:sym typeface="Arial"/>
                  </a:endParaRPr>
                </a:p>
              </p:txBody>
            </p:sp>
            <p:sp>
              <p:nvSpPr>
                <p:cNvPr id="409" name="Google Shape;409;p12"/>
                <p:cNvSpPr/>
                <p:nvPr/>
              </p:nvSpPr>
              <p:spPr>
                <a:xfrm>
                  <a:off x="7380501" y="3019185"/>
                  <a:ext cx="1596494" cy="1596494"/>
                </a:xfrm>
                <a:prstGeom prst="ellipse">
                  <a:avLst/>
                </a:prstGeom>
                <a:gradFill>
                  <a:gsLst>
                    <a:gs pos="0">
                      <a:srgbClr val="FFFFFF">
                        <a:alpha val="98823"/>
                      </a:srgbClr>
                    </a:gs>
                    <a:gs pos="11000">
                      <a:srgbClr val="FFFFFF">
                        <a:alpha val="98823"/>
                      </a:srgbClr>
                    </a:gs>
                    <a:gs pos="39000">
                      <a:schemeClr val="lt1"/>
                    </a:gs>
                    <a:gs pos="52999">
                      <a:srgbClr val="F7F7F7"/>
                    </a:gs>
                    <a:gs pos="100000">
                      <a:srgbClr val="B8C0C0"/>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chemeClr val="lt1"/>
                    </a:solidFill>
                    <a:latin typeface="Arial"/>
                    <a:ea typeface="Arial"/>
                    <a:cs typeface="Arial"/>
                    <a:sym typeface="Arial"/>
                  </a:endParaRPr>
                </a:p>
              </p:txBody>
            </p:sp>
          </p:grpSp>
          <p:sp>
            <p:nvSpPr>
              <p:cNvPr id="410" name="Google Shape;410;p12"/>
              <p:cNvSpPr/>
              <p:nvPr/>
            </p:nvSpPr>
            <p:spPr>
              <a:xfrm>
                <a:off x="3222820" y="1148080"/>
                <a:ext cx="1284821" cy="1284821"/>
              </a:xfrm>
              <a:prstGeom prst="ellipse">
                <a:avLst/>
              </a:prstGeom>
              <a:solidFill>
                <a:schemeClr val="lt1">
                  <a:alpha val="13725"/>
                </a:schemeClr>
              </a:solidFill>
              <a:ln w="15875" cap="flat" cmpd="sng">
                <a:solidFill>
                  <a:schemeClr val="lt1"/>
                </a:solidFill>
                <a:prstDash val="solid"/>
                <a:miter lim="800000"/>
                <a:headEnd type="none" w="sm" len="sm"/>
                <a:tailEnd type="none" w="sm" len="sm"/>
              </a:ln>
              <a:effectLst>
                <a:outerShdw blurRad="215900" dist="88900" dir="2700000" algn="tl" rotWithShape="0">
                  <a:srgbClr val="000000">
                    <a:alpha val="1098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chemeClr val="lt1"/>
                  </a:solidFill>
                  <a:latin typeface="Arial"/>
                  <a:ea typeface="Arial"/>
                  <a:cs typeface="Arial"/>
                  <a:sym typeface="Arial"/>
                </a:endParaRPr>
              </a:p>
            </p:txBody>
          </p:sp>
        </p:grpSp>
        <p:sp>
          <p:nvSpPr>
            <p:cNvPr id="411" name="Google Shape;411;p12"/>
            <p:cNvSpPr txBox="1"/>
            <p:nvPr/>
          </p:nvSpPr>
          <p:spPr>
            <a:xfrm>
              <a:off x="3438455" y="1314948"/>
              <a:ext cx="774240" cy="66919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dirty="0">
                  <a:solidFill>
                    <a:srgbClr val="01ACBE"/>
                  </a:solidFill>
                  <a:latin typeface="Impact"/>
                  <a:ea typeface="Impact"/>
                  <a:cs typeface="Impact"/>
                  <a:sym typeface="Impact"/>
                </a:rPr>
                <a:t>03</a:t>
              </a:r>
              <a:endParaRPr sz="2400" dirty="0">
                <a:solidFill>
                  <a:srgbClr val="01ACBE"/>
                </a:solidFill>
                <a:latin typeface="Impact"/>
                <a:ea typeface="Impact"/>
                <a:cs typeface="Impact"/>
                <a:sym typeface="Impact"/>
              </a:endParaRPr>
            </a:p>
          </p:txBody>
        </p:sp>
      </p:grpSp>
      <p:sp>
        <p:nvSpPr>
          <p:cNvPr id="412" name="Google Shape;412;p12"/>
          <p:cNvSpPr txBox="1"/>
          <p:nvPr/>
        </p:nvSpPr>
        <p:spPr>
          <a:xfrm>
            <a:off x="2752596" y="1123070"/>
            <a:ext cx="614848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chemeClr val="lt1"/>
                </a:solidFill>
                <a:latin typeface="Times New Roman"/>
                <a:ea typeface="Times New Roman"/>
                <a:cs typeface="Times New Roman"/>
                <a:sym typeface="Times New Roman"/>
              </a:rPr>
              <a:t>Spring Framework</a:t>
            </a:r>
            <a:endParaRPr sz="2800" dirty="0">
              <a:solidFill>
                <a:schemeClr val="lt1"/>
              </a:solidFill>
              <a:latin typeface="Times New Roman"/>
              <a:ea typeface="Times New Roman"/>
              <a:cs typeface="Times New Roman"/>
              <a:sym typeface="Times New Roman"/>
            </a:endParaRPr>
          </a:p>
        </p:txBody>
      </p:sp>
      <p:grpSp>
        <p:nvGrpSpPr>
          <p:cNvPr id="413" name="Google Shape;413;p12"/>
          <p:cNvGrpSpPr/>
          <p:nvPr/>
        </p:nvGrpSpPr>
        <p:grpSpPr>
          <a:xfrm>
            <a:off x="1471569" y="1828942"/>
            <a:ext cx="8967831" cy="4222010"/>
            <a:chOff x="982640" y="1286614"/>
            <a:chExt cx="10081119" cy="5023499"/>
          </a:xfrm>
        </p:grpSpPr>
        <p:sp>
          <p:nvSpPr>
            <p:cNvPr id="414" name="Google Shape;414;p12"/>
            <p:cNvSpPr/>
            <p:nvPr/>
          </p:nvSpPr>
          <p:spPr>
            <a:xfrm rot="-5400000">
              <a:off x="3563539" y="-1190106"/>
              <a:ext cx="5023499" cy="9976939"/>
            </a:xfrm>
            <a:prstGeom prst="roundRect">
              <a:avLst>
                <a:gd name="adj" fmla="val 4670"/>
              </a:avLst>
            </a:prstGeom>
            <a:gradFill>
              <a:gsLst>
                <a:gs pos="0">
                  <a:srgbClr val="7F7F7F"/>
                </a:gs>
                <a:gs pos="100000">
                  <a:srgbClr val="3F3F3F"/>
                </a:gs>
              </a:gsLst>
              <a:lin ang="8100000" scaled="0"/>
            </a:gradFill>
            <a:ln w="22225" cap="flat" cmpd="sng">
              <a:solidFill>
                <a:srgbClr val="A5A5A5"/>
              </a:solidFill>
              <a:prstDash val="solid"/>
              <a:miter lim="800000"/>
              <a:headEnd type="none" w="sm" len="sm"/>
              <a:tailEnd type="none" w="sm" len="sm"/>
            </a:ln>
            <a:effectLst>
              <a:outerShdw blurRad="139700" dist="762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15" name="Google Shape;415;p12"/>
            <p:cNvSpPr/>
            <p:nvPr/>
          </p:nvSpPr>
          <p:spPr>
            <a:xfrm rot="-5400000">
              <a:off x="3788070" y="-980490"/>
              <a:ext cx="4628185" cy="9557712"/>
            </a:xfrm>
            <a:prstGeom prst="roundRect">
              <a:avLst>
                <a:gd name="adj" fmla="val 0"/>
              </a:avLst>
            </a:prstGeom>
            <a:solidFill>
              <a:srgbClr val="F2F2F2"/>
            </a:solidFill>
            <a:ln>
              <a:noFill/>
            </a:ln>
            <a:effectLst>
              <a:outerShdw blurRad="177800" dist="88900" dir="2700000" algn="tl" rotWithShape="0">
                <a:srgbClr val="000000">
                  <a:alpha val="4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014">
                  <a:solidFill>
                    <a:srgbClr val="FFFFFF"/>
                  </a:solidFill>
                  <a:latin typeface="Arial"/>
                  <a:ea typeface="Arial"/>
                  <a:cs typeface="Arial"/>
                  <a:sym typeface="Arial"/>
                </a:rPr>
                <a:t>1. </a:t>
              </a:r>
              <a:endParaRPr sz="1014">
                <a:solidFill>
                  <a:srgbClr val="FFFFFF"/>
                </a:solidFill>
                <a:latin typeface="Arial"/>
                <a:ea typeface="Arial"/>
                <a:cs typeface="Arial"/>
                <a:sym typeface="Arial"/>
              </a:endParaRPr>
            </a:p>
          </p:txBody>
        </p:sp>
        <p:grpSp>
          <p:nvGrpSpPr>
            <p:cNvPr id="416" name="Google Shape;416;p12"/>
            <p:cNvGrpSpPr/>
            <p:nvPr/>
          </p:nvGrpSpPr>
          <p:grpSpPr>
            <a:xfrm>
              <a:off x="982640" y="1596963"/>
              <a:ext cx="751226" cy="4402810"/>
              <a:chOff x="982640" y="1596963"/>
              <a:chExt cx="751226" cy="4402810"/>
            </a:xfrm>
          </p:grpSpPr>
          <p:grpSp>
            <p:nvGrpSpPr>
              <p:cNvPr id="417" name="Google Shape;417;p12"/>
              <p:cNvGrpSpPr/>
              <p:nvPr/>
            </p:nvGrpSpPr>
            <p:grpSpPr>
              <a:xfrm rot="-5400000">
                <a:off x="-615716" y="3650191"/>
                <a:ext cx="4402810" cy="296354"/>
                <a:chOff x="2149635" y="1165383"/>
                <a:chExt cx="3485831" cy="234634"/>
              </a:xfrm>
            </p:grpSpPr>
            <p:grpSp>
              <p:nvGrpSpPr>
                <p:cNvPr id="418" name="Google Shape;418;p12"/>
                <p:cNvGrpSpPr/>
                <p:nvPr/>
              </p:nvGrpSpPr>
              <p:grpSpPr>
                <a:xfrm>
                  <a:off x="2149635" y="1165385"/>
                  <a:ext cx="234632" cy="234632"/>
                  <a:chOff x="2483014" y="1114427"/>
                  <a:chExt cx="209550" cy="209550"/>
                </a:xfrm>
              </p:grpSpPr>
              <p:sp>
                <p:nvSpPr>
                  <p:cNvPr id="419" name="Google Shape;419;p12"/>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dist="127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20" name="Google Shape;420;p12"/>
                  <p:cNvSpPr/>
                  <p:nvPr/>
                </p:nvSpPr>
                <p:spPr>
                  <a:xfrm>
                    <a:off x="2502060" y="1133475"/>
                    <a:ext cx="171450" cy="171450"/>
                  </a:xfrm>
                  <a:prstGeom prst="ellipse">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21" name="Google Shape;421;p12"/>
                <p:cNvGrpSpPr/>
                <p:nvPr/>
              </p:nvGrpSpPr>
              <p:grpSpPr>
                <a:xfrm>
                  <a:off x="2510880" y="1165385"/>
                  <a:ext cx="234632" cy="234632"/>
                  <a:chOff x="2483014" y="1114427"/>
                  <a:chExt cx="209550" cy="209550"/>
                </a:xfrm>
              </p:grpSpPr>
              <p:sp>
                <p:nvSpPr>
                  <p:cNvPr id="422" name="Google Shape;422;p12"/>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dist="127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23" name="Google Shape;423;p12"/>
                  <p:cNvSpPr/>
                  <p:nvPr/>
                </p:nvSpPr>
                <p:spPr>
                  <a:xfrm>
                    <a:off x="2502060" y="1133475"/>
                    <a:ext cx="171450" cy="171450"/>
                  </a:xfrm>
                  <a:prstGeom prst="ellipse">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24" name="Google Shape;424;p12"/>
                <p:cNvGrpSpPr/>
                <p:nvPr/>
              </p:nvGrpSpPr>
              <p:grpSpPr>
                <a:xfrm>
                  <a:off x="2872124" y="1165385"/>
                  <a:ext cx="234632" cy="234632"/>
                  <a:chOff x="2483014" y="1114427"/>
                  <a:chExt cx="209550" cy="209550"/>
                </a:xfrm>
              </p:grpSpPr>
              <p:sp>
                <p:nvSpPr>
                  <p:cNvPr id="425" name="Google Shape;425;p12"/>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dist="127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26" name="Google Shape;426;p12"/>
                  <p:cNvSpPr/>
                  <p:nvPr/>
                </p:nvSpPr>
                <p:spPr>
                  <a:xfrm>
                    <a:off x="2502060" y="1133475"/>
                    <a:ext cx="171450" cy="171450"/>
                  </a:xfrm>
                  <a:prstGeom prst="ellipse">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27" name="Google Shape;427;p12"/>
                <p:cNvGrpSpPr/>
                <p:nvPr/>
              </p:nvGrpSpPr>
              <p:grpSpPr>
                <a:xfrm>
                  <a:off x="3233369" y="1165385"/>
                  <a:ext cx="234632" cy="234632"/>
                  <a:chOff x="2483014" y="1114427"/>
                  <a:chExt cx="209550" cy="209550"/>
                </a:xfrm>
              </p:grpSpPr>
              <p:sp>
                <p:nvSpPr>
                  <p:cNvPr id="428" name="Google Shape;428;p12"/>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dist="127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29" name="Google Shape;429;p12"/>
                  <p:cNvSpPr/>
                  <p:nvPr/>
                </p:nvSpPr>
                <p:spPr>
                  <a:xfrm>
                    <a:off x="2502060" y="1133475"/>
                    <a:ext cx="171450" cy="171450"/>
                  </a:xfrm>
                  <a:prstGeom prst="ellipse">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30" name="Google Shape;430;p12"/>
                <p:cNvGrpSpPr/>
                <p:nvPr/>
              </p:nvGrpSpPr>
              <p:grpSpPr>
                <a:xfrm>
                  <a:off x="3594615" y="1165383"/>
                  <a:ext cx="234632" cy="234632"/>
                  <a:chOff x="2483014" y="1114427"/>
                  <a:chExt cx="209550" cy="209550"/>
                </a:xfrm>
              </p:grpSpPr>
              <p:sp>
                <p:nvSpPr>
                  <p:cNvPr id="431" name="Google Shape;431;p12"/>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dist="127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32" name="Google Shape;432;p12"/>
                  <p:cNvSpPr/>
                  <p:nvPr/>
                </p:nvSpPr>
                <p:spPr>
                  <a:xfrm>
                    <a:off x="2502060" y="1133475"/>
                    <a:ext cx="171450" cy="171450"/>
                  </a:xfrm>
                  <a:prstGeom prst="ellipse">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33" name="Google Shape;433;p12"/>
                <p:cNvGrpSpPr/>
                <p:nvPr/>
              </p:nvGrpSpPr>
              <p:grpSpPr>
                <a:xfrm>
                  <a:off x="3955858" y="1165384"/>
                  <a:ext cx="234632" cy="234632"/>
                  <a:chOff x="2483014" y="1114427"/>
                  <a:chExt cx="209550" cy="209550"/>
                </a:xfrm>
              </p:grpSpPr>
              <p:sp>
                <p:nvSpPr>
                  <p:cNvPr id="434" name="Google Shape;434;p12"/>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dist="127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35" name="Google Shape;435;p12"/>
                  <p:cNvSpPr/>
                  <p:nvPr/>
                </p:nvSpPr>
                <p:spPr>
                  <a:xfrm>
                    <a:off x="2502060" y="1133475"/>
                    <a:ext cx="171450" cy="171450"/>
                  </a:xfrm>
                  <a:prstGeom prst="ellipse">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36" name="Google Shape;436;p12"/>
                <p:cNvGrpSpPr/>
                <p:nvPr/>
              </p:nvGrpSpPr>
              <p:grpSpPr>
                <a:xfrm>
                  <a:off x="4317103" y="1165384"/>
                  <a:ext cx="234632" cy="234632"/>
                  <a:chOff x="2483014" y="1114427"/>
                  <a:chExt cx="209550" cy="209550"/>
                </a:xfrm>
              </p:grpSpPr>
              <p:sp>
                <p:nvSpPr>
                  <p:cNvPr id="437" name="Google Shape;437;p12"/>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dist="127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38" name="Google Shape;438;p12"/>
                  <p:cNvSpPr/>
                  <p:nvPr/>
                </p:nvSpPr>
                <p:spPr>
                  <a:xfrm>
                    <a:off x="2502060" y="1133475"/>
                    <a:ext cx="171450" cy="171450"/>
                  </a:xfrm>
                  <a:prstGeom prst="ellipse">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39" name="Google Shape;439;p12"/>
                <p:cNvGrpSpPr/>
                <p:nvPr/>
              </p:nvGrpSpPr>
              <p:grpSpPr>
                <a:xfrm>
                  <a:off x="4678347" y="1165384"/>
                  <a:ext cx="234632" cy="234632"/>
                  <a:chOff x="2483014" y="1114427"/>
                  <a:chExt cx="209550" cy="209550"/>
                </a:xfrm>
              </p:grpSpPr>
              <p:sp>
                <p:nvSpPr>
                  <p:cNvPr id="440" name="Google Shape;440;p12"/>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dist="127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41" name="Google Shape;441;p12"/>
                  <p:cNvSpPr/>
                  <p:nvPr/>
                </p:nvSpPr>
                <p:spPr>
                  <a:xfrm>
                    <a:off x="2502060" y="1133475"/>
                    <a:ext cx="171450" cy="171450"/>
                  </a:xfrm>
                  <a:prstGeom prst="ellipse">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42" name="Google Shape;442;p12"/>
                <p:cNvGrpSpPr/>
                <p:nvPr/>
              </p:nvGrpSpPr>
              <p:grpSpPr>
                <a:xfrm>
                  <a:off x="5039590" y="1165384"/>
                  <a:ext cx="234632" cy="234632"/>
                  <a:chOff x="2483014" y="1114427"/>
                  <a:chExt cx="209550" cy="209550"/>
                </a:xfrm>
              </p:grpSpPr>
              <p:sp>
                <p:nvSpPr>
                  <p:cNvPr id="443" name="Google Shape;443;p12"/>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dist="127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44" name="Google Shape;444;p12"/>
                  <p:cNvSpPr/>
                  <p:nvPr/>
                </p:nvSpPr>
                <p:spPr>
                  <a:xfrm>
                    <a:off x="2502060" y="1133475"/>
                    <a:ext cx="171450" cy="171450"/>
                  </a:xfrm>
                  <a:prstGeom prst="ellipse">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45" name="Google Shape;445;p12"/>
                <p:cNvGrpSpPr/>
                <p:nvPr/>
              </p:nvGrpSpPr>
              <p:grpSpPr>
                <a:xfrm>
                  <a:off x="5400834" y="1165384"/>
                  <a:ext cx="234632" cy="234632"/>
                  <a:chOff x="2483014" y="1114427"/>
                  <a:chExt cx="209550" cy="209550"/>
                </a:xfrm>
              </p:grpSpPr>
              <p:sp>
                <p:nvSpPr>
                  <p:cNvPr id="446" name="Google Shape;446;p12"/>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dist="127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47" name="Google Shape;447;p12"/>
                  <p:cNvSpPr/>
                  <p:nvPr/>
                </p:nvSpPr>
                <p:spPr>
                  <a:xfrm>
                    <a:off x="2502060" y="1133475"/>
                    <a:ext cx="171450" cy="171450"/>
                  </a:xfrm>
                  <a:prstGeom prst="ellipse">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grpSp>
            <p:nvGrpSpPr>
              <p:cNvPr id="448" name="Google Shape;448;p12"/>
              <p:cNvGrpSpPr/>
              <p:nvPr/>
            </p:nvGrpSpPr>
            <p:grpSpPr>
              <a:xfrm rot="-5400000">
                <a:off x="1229146" y="5557333"/>
                <a:ext cx="119575" cy="612586"/>
                <a:chOff x="2244455" y="772894"/>
                <a:chExt cx="94658" cy="485003"/>
              </a:xfrm>
            </p:grpSpPr>
            <p:sp>
              <p:nvSpPr>
                <p:cNvPr id="449" name="Google Shape;449;p12"/>
                <p:cNvSpPr/>
                <p:nvPr/>
              </p:nvSpPr>
              <p:spPr>
                <a:xfrm>
                  <a:off x="2244455" y="772894"/>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50" name="Google Shape;450;p12"/>
                <p:cNvSpPr/>
                <p:nvPr/>
              </p:nvSpPr>
              <p:spPr>
                <a:xfrm>
                  <a:off x="2313407" y="772895"/>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51" name="Google Shape;451;p12"/>
              <p:cNvGrpSpPr/>
              <p:nvPr/>
            </p:nvGrpSpPr>
            <p:grpSpPr>
              <a:xfrm rot="-5400000">
                <a:off x="1229146" y="5099277"/>
                <a:ext cx="119575" cy="612586"/>
                <a:chOff x="2244455" y="772894"/>
                <a:chExt cx="94658" cy="485003"/>
              </a:xfrm>
            </p:grpSpPr>
            <p:sp>
              <p:nvSpPr>
                <p:cNvPr id="452" name="Google Shape;452;p12"/>
                <p:cNvSpPr/>
                <p:nvPr/>
              </p:nvSpPr>
              <p:spPr>
                <a:xfrm>
                  <a:off x="2244455" y="772894"/>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53" name="Google Shape;453;p12"/>
                <p:cNvSpPr/>
                <p:nvPr/>
              </p:nvSpPr>
              <p:spPr>
                <a:xfrm>
                  <a:off x="2313407" y="772895"/>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54" name="Google Shape;454;p12"/>
              <p:cNvGrpSpPr/>
              <p:nvPr/>
            </p:nvGrpSpPr>
            <p:grpSpPr>
              <a:xfrm rot="-5400000">
                <a:off x="1229146" y="4641222"/>
                <a:ext cx="119575" cy="612586"/>
                <a:chOff x="2244455" y="772894"/>
                <a:chExt cx="94658" cy="485003"/>
              </a:xfrm>
            </p:grpSpPr>
            <p:sp>
              <p:nvSpPr>
                <p:cNvPr id="455" name="Google Shape;455;p12"/>
                <p:cNvSpPr/>
                <p:nvPr/>
              </p:nvSpPr>
              <p:spPr>
                <a:xfrm>
                  <a:off x="2244455" y="772894"/>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56" name="Google Shape;456;p12"/>
                <p:cNvSpPr/>
                <p:nvPr/>
              </p:nvSpPr>
              <p:spPr>
                <a:xfrm>
                  <a:off x="2313407" y="772895"/>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57" name="Google Shape;457;p12"/>
              <p:cNvGrpSpPr/>
              <p:nvPr/>
            </p:nvGrpSpPr>
            <p:grpSpPr>
              <a:xfrm rot="-5400000">
                <a:off x="1229146" y="4183167"/>
                <a:ext cx="119575" cy="612586"/>
                <a:chOff x="2244455" y="772894"/>
                <a:chExt cx="94658" cy="485003"/>
              </a:xfrm>
            </p:grpSpPr>
            <p:sp>
              <p:nvSpPr>
                <p:cNvPr id="458" name="Google Shape;458;p12"/>
                <p:cNvSpPr/>
                <p:nvPr/>
              </p:nvSpPr>
              <p:spPr>
                <a:xfrm>
                  <a:off x="2244455" y="772894"/>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59" name="Google Shape;459;p12"/>
                <p:cNvSpPr/>
                <p:nvPr/>
              </p:nvSpPr>
              <p:spPr>
                <a:xfrm>
                  <a:off x="2313407" y="772895"/>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60" name="Google Shape;460;p12"/>
              <p:cNvGrpSpPr/>
              <p:nvPr/>
            </p:nvGrpSpPr>
            <p:grpSpPr>
              <a:xfrm rot="-5400000">
                <a:off x="1229146" y="3725113"/>
                <a:ext cx="119575" cy="612586"/>
                <a:chOff x="2244455" y="772894"/>
                <a:chExt cx="94658" cy="485003"/>
              </a:xfrm>
            </p:grpSpPr>
            <p:sp>
              <p:nvSpPr>
                <p:cNvPr id="461" name="Google Shape;461;p12"/>
                <p:cNvSpPr/>
                <p:nvPr/>
              </p:nvSpPr>
              <p:spPr>
                <a:xfrm>
                  <a:off x="2244455" y="772894"/>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62" name="Google Shape;462;p12"/>
                <p:cNvSpPr/>
                <p:nvPr/>
              </p:nvSpPr>
              <p:spPr>
                <a:xfrm>
                  <a:off x="2313407" y="772895"/>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63" name="Google Shape;463;p12"/>
              <p:cNvGrpSpPr/>
              <p:nvPr/>
            </p:nvGrpSpPr>
            <p:grpSpPr>
              <a:xfrm rot="-5400000">
                <a:off x="1229146" y="3267055"/>
                <a:ext cx="119575" cy="612586"/>
                <a:chOff x="2244455" y="772894"/>
                <a:chExt cx="94658" cy="485003"/>
              </a:xfrm>
            </p:grpSpPr>
            <p:sp>
              <p:nvSpPr>
                <p:cNvPr id="464" name="Google Shape;464;p12"/>
                <p:cNvSpPr/>
                <p:nvPr/>
              </p:nvSpPr>
              <p:spPr>
                <a:xfrm>
                  <a:off x="2244455" y="772894"/>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65" name="Google Shape;465;p12"/>
                <p:cNvSpPr/>
                <p:nvPr/>
              </p:nvSpPr>
              <p:spPr>
                <a:xfrm>
                  <a:off x="2313407" y="772895"/>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66" name="Google Shape;466;p12"/>
              <p:cNvGrpSpPr/>
              <p:nvPr/>
            </p:nvGrpSpPr>
            <p:grpSpPr>
              <a:xfrm rot="-5400000">
                <a:off x="1229145" y="2808999"/>
                <a:ext cx="119575" cy="612586"/>
                <a:chOff x="2244455" y="772894"/>
                <a:chExt cx="94658" cy="485003"/>
              </a:xfrm>
            </p:grpSpPr>
            <p:sp>
              <p:nvSpPr>
                <p:cNvPr id="467" name="Google Shape;467;p12"/>
                <p:cNvSpPr/>
                <p:nvPr/>
              </p:nvSpPr>
              <p:spPr>
                <a:xfrm>
                  <a:off x="2244455" y="772894"/>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68" name="Google Shape;468;p12"/>
                <p:cNvSpPr/>
                <p:nvPr/>
              </p:nvSpPr>
              <p:spPr>
                <a:xfrm>
                  <a:off x="2313407" y="772895"/>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69" name="Google Shape;469;p12"/>
              <p:cNvGrpSpPr/>
              <p:nvPr/>
            </p:nvGrpSpPr>
            <p:grpSpPr>
              <a:xfrm rot="-5400000">
                <a:off x="1229146" y="2350946"/>
                <a:ext cx="119575" cy="612586"/>
                <a:chOff x="2244455" y="772894"/>
                <a:chExt cx="94658" cy="485003"/>
              </a:xfrm>
            </p:grpSpPr>
            <p:sp>
              <p:nvSpPr>
                <p:cNvPr id="470" name="Google Shape;470;p12"/>
                <p:cNvSpPr/>
                <p:nvPr/>
              </p:nvSpPr>
              <p:spPr>
                <a:xfrm>
                  <a:off x="2244455" y="772894"/>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71" name="Google Shape;471;p12"/>
                <p:cNvSpPr/>
                <p:nvPr/>
              </p:nvSpPr>
              <p:spPr>
                <a:xfrm>
                  <a:off x="2313407" y="772895"/>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72" name="Google Shape;472;p12"/>
              <p:cNvGrpSpPr/>
              <p:nvPr/>
            </p:nvGrpSpPr>
            <p:grpSpPr>
              <a:xfrm rot="-5400000">
                <a:off x="1229146" y="1892893"/>
                <a:ext cx="119575" cy="612586"/>
                <a:chOff x="2244455" y="772894"/>
                <a:chExt cx="94658" cy="485003"/>
              </a:xfrm>
            </p:grpSpPr>
            <p:sp>
              <p:nvSpPr>
                <p:cNvPr id="473" name="Google Shape;473;p12"/>
                <p:cNvSpPr/>
                <p:nvPr/>
              </p:nvSpPr>
              <p:spPr>
                <a:xfrm>
                  <a:off x="2244455" y="772894"/>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74" name="Google Shape;474;p12"/>
                <p:cNvSpPr/>
                <p:nvPr/>
              </p:nvSpPr>
              <p:spPr>
                <a:xfrm>
                  <a:off x="2313407" y="772895"/>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75" name="Google Shape;475;p12"/>
              <p:cNvGrpSpPr/>
              <p:nvPr/>
            </p:nvGrpSpPr>
            <p:grpSpPr>
              <a:xfrm rot="-5400000">
                <a:off x="1229146" y="1434840"/>
                <a:ext cx="119575" cy="612586"/>
                <a:chOff x="2244455" y="772894"/>
                <a:chExt cx="94658" cy="485003"/>
              </a:xfrm>
            </p:grpSpPr>
            <p:sp>
              <p:nvSpPr>
                <p:cNvPr id="476" name="Google Shape;476;p12"/>
                <p:cNvSpPr/>
                <p:nvPr/>
              </p:nvSpPr>
              <p:spPr>
                <a:xfrm>
                  <a:off x="2244455" y="772894"/>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77" name="Google Shape;477;p12"/>
                <p:cNvSpPr/>
                <p:nvPr/>
              </p:nvSpPr>
              <p:spPr>
                <a:xfrm>
                  <a:off x="2313407" y="772895"/>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grpSp>
      <p:sp>
        <p:nvSpPr>
          <p:cNvPr id="478" name="Google Shape;478;p12"/>
          <p:cNvSpPr txBox="1"/>
          <p:nvPr/>
        </p:nvSpPr>
        <p:spPr>
          <a:xfrm>
            <a:off x="2073554" y="1932600"/>
            <a:ext cx="8326988" cy="4013366"/>
          </a:xfrm>
          <a:prstGeom prst="rect">
            <a:avLst/>
          </a:prstGeom>
          <a:noFill/>
          <a:ln>
            <a:noFill/>
          </a:ln>
        </p:spPr>
        <p:txBody>
          <a:bodyPr spcFirstLastPara="1" wrap="square" lIns="91425" tIns="45700" rIns="91425" bIns="45700" anchor="t" anchorCtr="0">
            <a:spAutoFit/>
          </a:bodyPr>
          <a:lstStyle/>
          <a:p>
            <a:pPr lvl="0">
              <a:lnSpc>
                <a:spcPct val="130000"/>
              </a:lnSpc>
              <a:buClr>
                <a:schemeClr val="dk1"/>
              </a:buClr>
              <a:buSzPts val="2800"/>
            </a:pPr>
            <a:r>
              <a:rPr lang="vi-VN" sz="2800" dirty="0">
                <a:solidFill>
                  <a:schemeClr val="dk1"/>
                </a:solidFill>
                <a:latin typeface="Times New Roman"/>
                <a:ea typeface="Times New Roman"/>
                <a:cs typeface="Times New Roman"/>
                <a:sym typeface="Times New Roman"/>
              </a:rPr>
              <a:t>Inversion of Control (IoC) là một nguyên tắc thiết kế trong đó việc kiểm soát các đối tượng và sự phụ thuộc của chúng được chuyển từ chính đối tượng đó sang một framework hoặc container. Thay vì đối tượng tự tạo ra hoặc tự quản lý các phụ thuộc của nó, IoC cho phép một container (như Spring IoC Container) đảm nhiệm việc tạo và quản lý các đối tượng đó.</a:t>
            </a:r>
            <a:endParaRPr lang="en-US" sz="2800"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33243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04"/>
                                        </p:tgtEl>
                                        <p:attrNameLst>
                                          <p:attrName>style.visibility</p:attrName>
                                        </p:attrNameLst>
                                      </p:cBhvr>
                                      <p:to>
                                        <p:strVal val="visible"/>
                                      </p:to>
                                    </p:set>
                                    <p:anim calcmode="lin" valueType="num">
                                      <p:cBhvr additive="base">
                                        <p:cTn id="7" dur="500"/>
                                        <p:tgtEl>
                                          <p:spTgt spid="404"/>
                                        </p:tgtEl>
                                        <p:attrNameLst>
                                          <p:attrName>ppt_x</p:attrName>
                                        </p:attrNameLst>
                                      </p:cBhvr>
                                      <p:tavLst>
                                        <p:tav tm="0">
                                          <p:val>
                                            <p:strVal val="#ppt_x-1"/>
                                          </p:val>
                                        </p:tav>
                                        <p:tav tm="100000">
                                          <p:val>
                                            <p:strVal val="#ppt_x"/>
                                          </p:val>
                                        </p:tav>
                                      </p:tavLst>
                                    </p:anim>
                                  </p:childTnLst>
                                </p:cTn>
                              </p:par>
                              <p:par>
                                <p:cTn id="8" presetID="2" presetClass="entr" presetSubtype="2" fill="hold" nodeType="withEffect">
                                  <p:stCondLst>
                                    <p:cond delay="0"/>
                                  </p:stCondLst>
                                  <p:childTnLst>
                                    <p:set>
                                      <p:cBhvr>
                                        <p:cTn id="9" dur="1" fill="hold">
                                          <p:stCondLst>
                                            <p:cond delay="0"/>
                                          </p:stCondLst>
                                        </p:cTn>
                                        <p:tgtEl>
                                          <p:spTgt spid="401"/>
                                        </p:tgtEl>
                                        <p:attrNameLst>
                                          <p:attrName>style.visibility</p:attrName>
                                        </p:attrNameLst>
                                      </p:cBhvr>
                                      <p:to>
                                        <p:strVal val="visible"/>
                                      </p:to>
                                    </p:set>
                                    <p:anim calcmode="lin" valueType="num">
                                      <p:cBhvr additive="base">
                                        <p:cTn id="10" dur="500"/>
                                        <p:tgtEl>
                                          <p:spTgt spid="401"/>
                                        </p:tgtEl>
                                        <p:attrNameLst>
                                          <p:attrName>ppt_x</p:attrName>
                                        </p:attrNameLst>
                                      </p:cBhvr>
                                      <p:tavLst>
                                        <p:tav tm="0">
                                          <p:val>
                                            <p:strVal val="#ppt_x+1"/>
                                          </p:val>
                                        </p:tav>
                                        <p:tav tm="100000">
                                          <p:val>
                                            <p:strVal val="#ppt_x"/>
                                          </p:val>
                                        </p:tav>
                                      </p:tavLst>
                                    </p:anim>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13"/>
                                        </p:tgtEl>
                                        <p:attrNameLst>
                                          <p:attrName>style.visibility</p:attrName>
                                        </p:attrNameLst>
                                      </p:cBhvr>
                                      <p:to>
                                        <p:strVal val="visible"/>
                                      </p:to>
                                    </p:set>
                                    <p:animEffect transition="in" filter="fade">
                                      <p:cBhvr>
                                        <p:cTn id="15" dur="500"/>
                                        <p:tgtEl>
                                          <p:spTgt spid="41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478"/>
                                        </p:tgtEl>
                                        <p:attrNameLst>
                                          <p:attrName>style.visibility</p:attrName>
                                        </p:attrNameLst>
                                      </p:cBhvr>
                                      <p:to>
                                        <p:strVal val="visible"/>
                                      </p:to>
                                    </p:set>
                                    <p:animEffect transition="in" filter="fade">
                                      <p:cBhvr>
                                        <p:cTn id="20" dur="500"/>
                                        <p:tgtEl>
                                          <p:spTgt spid="4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1651</TotalTime>
  <Words>472</Words>
  <Application>Microsoft Office PowerPoint</Application>
  <PresentationFormat>Widescreen</PresentationFormat>
  <Paragraphs>36</Paragraphs>
  <Slides>10</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Calibri</vt:lpstr>
      <vt:lpstr>Wingdings 3</vt:lpstr>
      <vt:lpstr>Trebuchet MS</vt:lpstr>
      <vt:lpstr>Arial</vt:lpstr>
      <vt:lpstr>Impact</vt:lpstr>
      <vt:lpstr>Times New Roman</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Nguyễn Lộc</cp:lastModifiedBy>
  <cp:revision>23</cp:revision>
  <dcterms:created xsi:type="dcterms:W3CDTF">2020-08-07T13:14:06Z</dcterms:created>
  <dcterms:modified xsi:type="dcterms:W3CDTF">2024-11-02T17:55:40Z</dcterms:modified>
</cp:coreProperties>
</file>