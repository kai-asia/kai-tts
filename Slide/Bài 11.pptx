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6" r:id="rId1"/>
  </p:sldMasterIdLst>
  <p:notesMasterIdLst>
    <p:notesMasterId r:id="rId7"/>
  </p:notesMasterIdLst>
  <p:sldIdLst>
    <p:sldId id="256" r:id="rId2"/>
    <p:sldId id="257" r:id="rId3"/>
    <p:sldId id="260" r:id="rId4"/>
    <p:sldId id="275" r:id="rId5"/>
    <p:sldId id="271" r:id="rId6"/>
  </p:sldIdLst>
  <p:sldSz cx="12192000" cy="6858000"/>
  <p:notesSz cx="6858000" cy="9144000"/>
  <p:embeddedFontLst>
    <p:embeddedFont>
      <p:font typeface="Impact" panose="020B0806030902050204" pitchFamily="34" charset="0"/>
      <p:regular r:id="rId8"/>
    </p:embeddedFont>
    <p:embeddedFont>
      <p:font typeface="Trebuchet MS" panose="020B0603020202020204" pitchFamily="34" charset="0"/>
      <p:regular r:id="rId9"/>
      <p:bold r:id="rId10"/>
      <p:italic r:id="rId11"/>
      <p:boldItalic r:id="rId12"/>
    </p:embeddedFont>
    <p:embeddedFont>
      <p:font typeface="Wingdings 3" panose="05040102010807070707" pitchFamily="18" charset="2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0" roundtripDataSignature="AMtx7mhrTw11pZgumZFE/jrXWOBqTLd8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91F6B73-016E-4EF7-82AD-10CAB8160629}">
  <a:tblStyle styleId="{791F6B73-016E-4EF7-82AD-10CAB816062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6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62" Type="http://schemas.openxmlformats.org/officeDocument/2006/relationships/viewProps" Target="viewProps.xml"/><Relationship Id="rId2" Type="http://schemas.openxmlformats.org/officeDocument/2006/relationships/slide" Target="slides/slide1.xml"/><Relationship Id="rId16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60" Type="http://customschemas.google.com/relationships/presentationmetadata" Target="metadata"/><Relationship Id="rId10" Type="http://schemas.openxmlformats.org/officeDocument/2006/relationships/font" Target="fonts/font3.fntdata"/><Relationship Id="rId16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3D4EA1B6-43F7-3B31-3339-D18BE8F79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>
            <a:extLst>
              <a:ext uri="{FF2B5EF4-FFF2-40B4-BE49-F238E27FC236}">
                <a16:creationId xmlns:a16="http://schemas.microsoft.com/office/drawing/2014/main" id="{630D3E3E-2727-65A2-4A27-30BA5D96FD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5:notes">
            <a:extLst>
              <a:ext uri="{FF2B5EF4-FFF2-40B4-BE49-F238E27FC236}">
                <a16:creationId xmlns:a16="http://schemas.microsoft.com/office/drawing/2014/main" id="{678F1304-2206-ED60-6008-895D64A464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0972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58CE3D3F-5609-D9CA-F9A3-EABD8AE34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>
            <a:extLst>
              <a:ext uri="{FF2B5EF4-FFF2-40B4-BE49-F238E27FC236}">
                <a16:creationId xmlns:a16="http://schemas.microsoft.com/office/drawing/2014/main" id="{530C47C0-905F-F6CF-ED02-7416DC61D1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5:notes">
            <a:extLst>
              <a:ext uri="{FF2B5EF4-FFF2-40B4-BE49-F238E27FC236}">
                <a16:creationId xmlns:a16="http://schemas.microsoft.com/office/drawing/2014/main" id="{EEB54981-97A9-E7AA-8BBE-20DB609583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6701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693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062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06584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73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40469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346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162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59332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59581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13031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117024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59609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87414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46806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07079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104436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397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/>
          <p:nvPr/>
        </p:nvSpPr>
        <p:spPr>
          <a:xfrm>
            <a:off x="1676400" y="2819400"/>
            <a:ext cx="89154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>
                <a:solidFill>
                  <a:srgbClr val="154A8D"/>
                </a:solidFill>
                <a:latin typeface="Arial"/>
                <a:ea typeface="Arial"/>
                <a:cs typeface="Arial"/>
                <a:sym typeface="Arial"/>
              </a:rPr>
              <a:t>Java Backend</a:t>
            </a:r>
            <a:endParaRPr sz="6000" b="0" i="0" u="none" strike="noStrike" cap="none" dirty="0">
              <a:solidFill>
                <a:srgbClr val="154A8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62022" y="914400"/>
            <a:ext cx="7445124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2"/>
          <p:cNvGrpSpPr/>
          <p:nvPr/>
        </p:nvGrpSpPr>
        <p:grpSpPr>
          <a:xfrm>
            <a:off x="358627" y="2689935"/>
            <a:ext cx="1930140" cy="1756753"/>
            <a:chOff x="2553093" y="952901"/>
            <a:chExt cx="2096908" cy="1866900"/>
          </a:xfrm>
        </p:grpSpPr>
        <p:sp>
          <p:nvSpPr>
            <p:cNvPr id="76" name="Google Shape;76;p2"/>
            <p:cNvSpPr/>
            <p:nvPr/>
          </p:nvSpPr>
          <p:spPr>
            <a:xfrm>
              <a:off x="2553093" y="952901"/>
              <a:ext cx="1866900" cy="1866900"/>
            </a:xfrm>
            <a:prstGeom prst="ellipse">
              <a:avLst/>
            </a:prstGeom>
            <a:gradFill>
              <a:gsLst>
                <a:gs pos="0">
                  <a:srgbClr val="F5F5F5"/>
                </a:gs>
                <a:gs pos="100000">
                  <a:srgbClr val="D8D8D8"/>
                </a:gs>
              </a:gsLst>
              <a:lin ang="2700000" scaled="0"/>
            </a:gradFill>
            <a:ln w="222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3008704" y="1150504"/>
              <a:ext cx="1429346" cy="1429345"/>
            </a:xfrm>
            <a:prstGeom prst="ellipse">
              <a:avLst/>
            </a:prstGeom>
            <a:solidFill>
              <a:srgbClr val="F2F2F2"/>
            </a:solidFill>
            <a:ln w="222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"/>
            <p:cNvSpPr txBox="1"/>
            <p:nvPr/>
          </p:nvSpPr>
          <p:spPr>
            <a:xfrm>
              <a:off x="2783718" y="1324275"/>
              <a:ext cx="1866283" cy="12724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 i="0" u="none" strike="noStrike" cap="none">
                  <a:solidFill>
                    <a:srgbClr val="663A77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NỘI DUNG</a:t>
              </a:r>
              <a:endParaRPr sz="2800" b="1" i="0" u="none" strike="noStrike" cap="none">
                <a:solidFill>
                  <a:srgbClr val="663A77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79" name="Google Shape;79;p2"/>
          <p:cNvGrpSpPr/>
          <p:nvPr/>
        </p:nvGrpSpPr>
        <p:grpSpPr>
          <a:xfrm>
            <a:off x="2139124" y="1571215"/>
            <a:ext cx="805150" cy="718592"/>
            <a:chOff x="3262497" y="1084626"/>
            <a:chExt cx="1126854" cy="958123"/>
          </a:xfrm>
        </p:grpSpPr>
        <p:grpSp>
          <p:nvGrpSpPr>
            <p:cNvPr id="80" name="Google Shape;80;p2"/>
            <p:cNvGrpSpPr/>
            <p:nvPr/>
          </p:nvGrpSpPr>
          <p:grpSpPr>
            <a:xfrm>
              <a:off x="3262497" y="1084626"/>
              <a:ext cx="1126854" cy="958123"/>
              <a:chOff x="2892834" y="1141776"/>
              <a:chExt cx="1126854" cy="958123"/>
            </a:xfrm>
          </p:grpSpPr>
          <p:sp>
            <p:nvSpPr>
              <p:cNvPr id="81" name="Google Shape;81;p2"/>
              <p:cNvSpPr/>
              <p:nvPr/>
            </p:nvSpPr>
            <p:spPr>
              <a:xfrm>
                <a:off x="2943363" y="1141776"/>
                <a:ext cx="1076325" cy="958123"/>
              </a:xfrm>
              <a:prstGeom prst="roundRect">
                <a:avLst>
                  <a:gd name="adj" fmla="val 13889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2"/>
              <p:cNvSpPr/>
              <p:nvPr/>
            </p:nvSpPr>
            <p:spPr>
              <a:xfrm>
                <a:off x="2892834" y="1178024"/>
                <a:ext cx="1063215" cy="901028"/>
              </a:xfrm>
              <a:prstGeom prst="roundRect">
                <a:avLst>
                  <a:gd name="adj" fmla="val 13889"/>
                </a:avLst>
              </a:prstGeom>
              <a:solidFill>
                <a:srgbClr val="FFB85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3" name="Google Shape;83;p2"/>
            <p:cNvSpPr txBox="1"/>
            <p:nvPr/>
          </p:nvSpPr>
          <p:spPr>
            <a:xfrm>
              <a:off x="3266480" y="1209433"/>
              <a:ext cx="1030515" cy="6976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0" i="0" u="none" strike="noStrike" cap="none">
                  <a:solidFill>
                    <a:schemeClr val="lt1"/>
                  </a:solidFill>
                  <a:latin typeface="Impact"/>
                  <a:ea typeface="Impact"/>
                  <a:cs typeface="Impact"/>
                  <a:sym typeface="Impact"/>
                </a:rPr>
                <a:t>01</a:t>
              </a:r>
              <a:endPara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</p:grpSp>
      <p:grpSp>
        <p:nvGrpSpPr>
          <p:cNvPr id="84" name="Google Shape;84;p2"/>
          <p:cNvGrpSpPr/>
          <p:nvPr/>
        </p:nvGrpSpPr>
        <p:grpSpPr>
          <a:xfrm>
            <a:off x="2143179" y="2408314"/>
            <a:ext cx="801094" cy="803410"/>
            <a:chOff x="3142025" y="2335585"/>
            <a:chExt cx="1161462" cy="966191"/>
          </a:xfrm>
        </p:grpSpPr>
        <p:grpSp>
          <p:nvGrpSpPr>
            <p:cNvPr id="85" name="Google Shape;85;p2"/>
            <p:cNvGrpSpPr/>
            <p:nvPr/>
          </p:nvGrpSpPr>
          <p:grpSpPr>
            <a:xfrm>
              <a:off x="3155526" y="2335585"/>
              <a:ext cx="1147961" cy="966191"/>
              <a:chOff x="2785863" y="1141409"/>
              <a:chExt cx="1147961" cy="966191"/>
            </a:xfrm>
          </p:grpSpPr>
          <p:sp>
            <p:nvSpPr>
              <p:cNvPr id="86" name="Google Shape;86;p2"/>
              <p:cNvSpPr/>
              <p:nvPr/>
            </p:nvSpPr>
            <p:spPr>
              <a:xfrm>
                <a:off x="2857499" y="1149477"/>
                <a:ext cx="1076325" cy="958123"/>
              </a:xfrm>
              <a:prstGeom prst="roundRect">
                <a:avLst>
                  <a:gd name="adj" fmla="val 13889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2"/>
              <p:cNvSpPr/>
              <p:nvPr/>
            </p:nvSpPr>
            <p:spPr>
              <a:xfrm>
                <a:off x="2785863" y="1141409"/>
                <a:ext cx="1063215" cy="901028"/>
              </a:xfrm>
              <a:prstGeom prst="roundRect">
                <a:avLst>
                  <a:gd name="adj" fmla="val 13889"/>
                </a:avLst>
              </a:prstGeom>
              <a:solidFill>
                <a:srgbClr val="01ACB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" name="Google Shape;88;p2"/>
            <p:cNvSpPr txBox="1"/>
            <p:nvPr/>
          </p:nvSpPr>
          <p:spPr>
            <a:xfrm>
              <a:off x="3142025" y="2450258"/>
              <a:ext cx="1088129" cy="6292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0" i="0" u="none" strike="noStrike" cap="none">
                  <a:solidFill>
                    <a:schemeClr val="lt1"/>
                  </a:solidFill>
                  <a:latin typeface="Impact"/>
                  <a:ea typeface="Impact"/>
                  <a:cs typeface="Impact"/>
                  <a:sym typeface="Impact"/>
                </a:rPr>
                <a:t>02</a:t>
              </a:r>
              <a:endPara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</p:grpSp>
      <p:grpSp>
        <p:nvGrpSpPr>
          <p:cNvPr id="89" name="Google Shape;89;p2"/>
          <p:cNvGrpSpPr/>
          <p:nvPr/>
        </p:nvGrpSpPr>
        <p:grpSpPr>
          <a:xfrm>
            <a:off x="2116678" y="3258986"/>
            <a:ext cx="787200" cy="718592"/>
            <a:chOff x="3227162" y="3591385"/>
            <a:chExt cx="1089578" cy="958123"/>
          </a:xfrm>
        </p:grpSpPr>
        <p:grpSp>
          <p:nvGrpSpPr>
            <p:cNvPr id="90" name="Google Shape;90;p2"/>
            <p:cNvGrpSpPr/>
            <p:nvPr/>
          </p:nvGrpSpPr>
          <p:grpSpPr>
            <a:xfrm>
              <a:off x="3227162" y="3591385"/>
              <a:ext cx="1089578" cy="958123"/>
              <a:chOff x="2857499" y="1149477"/>
              <a:chExt cx="1089578" cy="958123"/>
            </a:xfrm>
          </p:grpSpPr>
          <p:sp>
            <p:nvSpPr>
              <p:cNvPr id="91" name="Google Shape;91;p2"/>
              <p:cNvSpPr/>
              <p:nvPr/>
            </p:nvSpPr>
            <p:spPr>
              <a:xfrm>
                <a:off x="2857499" y="1149477"/>
                <a:ext cx="1076325" cy="958123"/>
              </a:xfrm>
              <a:prstGeom prst="roundRect">
                <a:avLst>
                  <a:gd name="adj" fmla="val 13889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2883862" y="1159582"/>
                <a:ext cx="1063215" cy="901028"/>
              </a:xfrm>
              <a:prstGeom prst="roundRect">
                <a:avLst>
                  <a:gd name="adj" fmla="val 13889"/>
                </a:avLst>
              </a:prstGeom>
              <a:solidFill>
                <a:srgbClr val="E8707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3" name="Google Shape;93;p2"/>
            <p:cNvSpPr txBox="1"/>
            <p:nvPr/>
          </p:nvSpPr>
          <p:spPr>
            <a:xfrm>
              <a:off x="3250771" y="3701112"/>
              <a:ext cx="1030515" cy="6976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0" i="0" u="none" strike="noStrike" cap="none">
                  <a:solidFill>
                    <a:schemeClr val="lt1"/>
                  </a:solidFill>
                  <a:latin typeface="Impact"/>
                  <a:ea typeface="Impact"/>
                  <a:cs typeface="Impact"/>
                  <a:sym typeface="Impact"/>
                </a:rPr>
                <a:t>03</a:t>
              </a:r>
              <a:endParaRPr sz="2800" b="0" i="0" u="none" strike="noStrike" cap="none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</p:grpSp>
      <p:grpSp>
        <p:nvGrpSpPr>
          <p:cNvPr id="99" name="Google Shape;99;p2"/>
          <p:cNvGrpSpPr/>
          <p:nvPr/>
        </p:nvGrpSpPr>
        <p:grpSpPr>
          <a:xfrm>
            <a:off x="3315327" y="1598401"/>
            <a:ext cx="6428734" cy="675771"/>
            <a:chOff x="4555084" y="1092328"/>
            <a:chExt cx="4697323" cy="1150809"/>
          </a:xfrm>
        </p:grpSpPr>
        <p:pic>
          <p:nvPicPr>
            <p:cNvPr id="100" name="Google Shape;100;p2"/>
            <p:cNvPicPr preferRelativeResize="0"/>
            <p:nvPr/>
          </p:nvPicPr>
          <p:blipFill rotWithShape="1">
            <a:blip r:embed="rId3">
              <a:alphaModFix/>
            </a:blip>
            <a:srcRect t="76775"/>
            <a:stretch/>
          </p:blipFill>
          <p:spPr>
            <a:xfrm>
              <a:off x="4926460" y="2041830"/>
              <a:ext cx="3646270" cy="20130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1" name="Google Shape;101;p2"/>
            <p:cNvGrpSpPr/>
            <p:nvPr/>
          </p:nvGrpSpPr>
          <p:grpSpPr>
            <a:xfrm>
              <a:off x="4555084" y="1092328"/>
              <a:ext cx="4697323" cy="974451"/>
              <a:chOff x="4555084" y="1092328"/>
              <a:chExt cx="4697323" cy="974451"/>
            </a:xfrm>
          </p:grpSpPr>
          <p:pic>
            <p:nvPicPr>
              <p:cNvPr id="102" name="Google Shape;102;p2"/>
              <p:cNvPicPr preferRelativeResize="0"/>
              <p:nvPr/>
            </p:nvPicPr>
            <p:blipFill rotWithShape="1">
              <a:blip r:embed="rId3">
                <a:alphaModFix/>
              </a:blip>
              <a:srcRect t="76775"/>
              <a:stretch/>
            </p:blipFill>
            <p:spPr>
              <a:xfrm rot="-5400000">
                <a:off x="8600149" y="1414521"/>
                <a:ext cx="958122" cy="34639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3" name="Google Shape;103;p2"/>
              <p:cNvSpPr/>
              <p:nvPr/>
            </p:nvSpPr>
            <p:spPr>
              <a:xfrm>
                <a:off x="4555084" y="1092328"/>
                <a:ext cx="4389024" cy="958122"/>
              </a:xfrm>
              <a:prstGeom prst="roundRect">
                <a:avLst>
                  <a:gd name="adj" fmla="val 9218"/>
                </a:avLst>
              </a:prstGeom>
              <a:gradFill>
                <a:gsLst>
                  <a:gs pos="0">
                    <a:srgbClr val="FDFDFD"/>
                  </a:gs>
                  <a:gs pos="47000">
                    <a:srgbClr val="FDFDFD"/>
                  </a:gs>
                  <a:gs pos="52999">
                    <a:srgbClr val="E8E8E8"/>
                  </a:gs>
                  <a:gs pos="100000">
                    <a:srgbClr val="ECECEC"/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2700000" algn="tl" rotWithShape="0">
                  <a:srgbClr val="000000">
                    <a:alpha val="13725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4" name="Google Shape;104;p2"/>
          <p:cNvGrpSpPr/>
          <p:nvPr/>
        </p:nvGrpSpPr>
        <p:grpSpPr>
          <a:xfrm>
            <a:off x="3224702" y="2413585"/>
            <a:ext cx="6523831" cy="735609"/>
            <a:chOff x="4555084" y="2343654"/>
            <a:chExt cx="4697324" cy="1145415"/>
          </a:xfrm>
        </p:grpSpPr>
        <p:pic>
          <p:nvPicPr>
            <p:cNvPr id="105" name="Google Shape;105;p2"/>
            <p:cNvPicPr preferRelativeResize="0"/>
            <p:nvPr/>
          </p:nvPicPr>
          <p:blipFill rotWithShape="1">
            <a:blip r:embed="rId3">
              <a:alphaModFix/>
            </a:blip>
            <a:srcRect t="76775"/>
            <a:stretch/>
          </p:blipFill>
          <p:spPr>
            <a:xfrm>
              <a:off x="4926460" y="3287762"/>
              <a:ext cx="3646270" cy="20130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6" name="Google Shape;106;p2"/>
            <p:cNvGrpSpPr/>
            <p:nvPr/>
          </p:nvGrpSpPr>
          <p:grpSpPr>
            <a:xfrm>
              <a:off x="4555084" y="2343654"/>
              <a:ext cx="4697324" cy="974451"/>
              <a:chOff x="4555084" y="2343654"/>
              <a:chExt cx="4697324" cy="974451"/>
            </a:xfrm>
          </p:grpSpPr>
          <p:pic>
            <p:nvPicPr>
              <p:cNvPr id="107" name="Google Shape;107;p2"/>
              <p:cNvPicPr preferRelativeResize="0"/>
              <p:nvPr/>
            </p:nvPicPr>
            <p:blipFill rotWithShape="1">
              <a:blip r:embed="rId3">
                <a:alphaModFix/>
              </a:blip>
              <a:srcRect t="76775"/>
              <a:stretch/>
            </p:blipFill>
            <p:spPr>
              <a:xfrm rot="-5400000">
                <a:off x="8600150" y="2665847"/>
                <a:ext cx="958122" cy="34639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8" name="Google Shape;108;p2"/>
              <p:cNvSpPr/>
              <p:nvPr/>
            </p:nvSpPr>
            <p:spPr>
              <a:xfrm>
                <a:off x="4555084" y="2343654"/>
                <a:ext cx="4389024" cy="958122"/>
              </a:xfrm>
              <a:prstGeom prst="roundRect">
                <a:avLst>
                  <a:gd name="adj" fmla="val 9218"/>
                </a:avLst>
              </a:prstGeom>
              <a:gradFill>
                <a:gsLst>
                  <a:gs pos="0">
                    <a:srgbClr val="FDFDFD"/>
                  </a:gs>
                  <a:gs pos="47000">
                    <a:srgbClr val="FDFDFD"/>
                  </a:gs>
                  <a:gs pos="52999">
                    <a:srgbClr val="E8E8E8"/>
                  </a:gs>
                  <a:gs pos="100000">
                    <a:srgbClr val="ECECEC"/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2700000" algn="tl" rotWithShape="0">
                  <a:srgbClr val="000000">
                    <a:alpha val="13725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9" name="Google Shape;109;p2"/>
          <p:cNvGrpSpPr/>
          <p:nvPr/>
        </p:nvGrpSpPr>
        <p:grpSpPr>
          <a:xfrm>
            <a:off x="3227203" y="3260108"/>
            <a:ext cx="6521206" cy="682227"/>
            <a:chOff x="4555084" y="3594980"/>
            <a:chExt cx="4697325" cy="1150703"/>
          </a:xfrm>
        </p:grpSpPr>
        <p:pic>
          <p:nvPicPr>
            <p:cNvPr id="110" name="Google Shape;110;p2"/>
            <p:cNvPicPr preferRelativeResize="0"/>
            <p:nvPr/>
          </p:nvPicPr>
          <p:blipFill rotWithShape="1">
            <a:blip r:embed="rId3">
              <a:alphaModFix/>
            </a:blip>
            <a:srcRect t="76775"/>
            <a:stretch/>
          </p:blipFill>
          <p:spPr>
            <a:xfrm>
              <a:off x="4926460" y="4544376"/>
              <a:ext cx="3646270" cy="20130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1" name="Google Shape;111;p2"/>
            <p:cNvGrpSpPr/>
            <p:nvPr/>
          </p:nvGrpSpPr>
          <p:grpSpPr>
            <a:xfrm>
              <a:off x="4555084" y="3594980"/>
              <a:ext cx="4697325" cy="974450"/>
              <a:chOff x="4555084" y="3594980"/>
              <a:chExt cx="4697325" cy="974450"/>
            </a:xfrm>
          </p:grpSpPr>
          <p:pic>
            <p:nvPicPr>
              <p:cNvPr id="112" name="Google Shape;112;p2"/>
              <p:cNvPicPr preferRelativeResize="0"/>
              <p:nvPr/>
            </p:nvPicPr>
            <p:blipFill rotWithShape="1">
              <a:blip r:embed="rId3">
                <a:alphaModFix/>
              </a:blip>
              <a:srcRect t="76775"/>
              <a:stretch/>
            </p:blipFill>
            <p:spPr>
              <a:xfrm rot="-5400000">
                <a:off x="8600151" y="3917172"/>
                <a:ext cx="958122" cy="34639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3" name="Google Shape;113;p2"/>
              <p:cNvSpPr/>
              <p:nvPr/>
            </p:nvSpPr>
            <p:spPr>
              <a:xfrm>
                <a:off x="4555084" y="3594980"/>
                <a:ext cx="4389024" cy="958122"/>
              </a:xfrm>
              <a:prstGeom prst="roundRect">
                <a:avLst>
                  <a:gd name="adj" fmla="val 9218"/>
                </a:avLst>
              </a:prstGeom>
              <a:gradFill>
                <a:gsLst>
                  <a:gs pos="0">
                    <a:srgbClr val="FDFDFD"/>
                  </a:gs>
                  <a:gs pos="47000">
                    <a:srgbClr val="FDFDFD"/>
                  </a:gs>
                  <a:gs pos="52999">
                    <a:srgbClr val="E8E8E8"/>
                  </a:gs>
                  <a:gs pos="100000">
                    <a:srgbClr val="ECECEC"/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2700000" algn="tl" rotWithShape="0">
                  <a:srgbClr val="000000">
                    <a:alpha val="13725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4" name="Google Shape;114;p2"/>
          <p:cNvGrpSpPr/>
          <p:nvPr/>
        </p:nvGrpSpPr>
        <p:grpSpPr>
          <a:xfrm>
            <a:off x="3287073" y="4082877"/>
            <a:ext cx="6504673" cy="675771"/>
            <a:chOff x="4555085" y="4807551"/>
            <a:chExt cx="4697323" cy="974449"/>
          </a:xfrm>
        </p:grpSpPr>
        <p:pic>
          <p:nvPicPr>
            <p:cNvPr id="115" name="Google Shape;115;p2"/>
            <p:cNvPicPr preferRelativeResize="0"/>
            <p:nvPr/>
          </p:nvPicPr>
          <p:blipFill rotWithShape="1">
            <a:blip r:embed="rId3">
              <a:alphaModFix/>
            </a:blip>
            <a:srcRect t="76775"/>
            <a:stretch/>
          </p:blipFill>
          <p:spPr>
            <a:xfrm>
              <a:off x="4873327" y="5580404"/>
              <a:ext cx="3646270" cy="20130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6" name="Google Shape;116;p2"/>
            <p:cNvGrpSpPr/>
            <p:nvPr/>
          </p:nvGrpSpPr>
          <p:grpSpPr>
            <a:xfrm>
              <a:off x="4555085" y="4807551"/>
              <a:ext cx="4697323" cy="974449"/>
              <a:chOff x="4555085" y="4807551"/>
              <a:chExt cx="4697323" cy="974449"/>
            </a:xfrm>
          </p:grpSpPr>
          <p:pic>
            <p:nvPicPr>
              <p:cNvPr id="117" name="Google Shape;117;p2"/>
              <p:cNvPicPr preferRelativeResize="0"/>
              <p:nvPr/>
            </p:nvPicPr>
            <p:blipFill rotWithShape="1">
              <a:blip r:embed="rId3">
                <a:alphaModFix/>
              </a:blip>
              <a:srcRect t="76775"/>
              <a:stretch/>
            </p:blipFill>
            <p:spPr>
              <a:xfrm rot="-5400000">
                <a:off x="8600150" y="5129743"/>
                <a:ext cx="958122" cy="34639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8" name="Google Shape;118;p2"/>
              <p:cNvSpPr/>
              <p:nvPr/>
            </p:nvSpPr>
            <p:spPr>
              <a:xfrm>
                <a:off x="4555085" y="4807551"/>
                <a:ext cx="4389024" cy="958122"/>
              </a:xfrm>
              <a:prstGeom prst="roundRect">
                <a:avLst>
                  <a:gd name="adj" fmla="val 9218"/>
                </a:avLst>
              </a:prstGeom>
              <a:gradFill>
                <a:gsLst>
                  <a:gs pos="0">
                    <a:srgbClr val="FDFDFD"/>
                  </a:gs>
                  <a:gs pos="47000">
                    <a:srgbClr val="FDFDFD"/>
                  </a:gs>
                  <a:gs pos="52999">
                    <a:srgbClr val="E8E8E8"/>
                  </a:gs>
                  <a:gs pos="100000">
                    <a:srgbClr val="ECECEC"/>
                  </a:gs>
                </a:gsLst>
                <a:lin ang="5400000" scaled="0"/>
              </a:gradFill>
              <a:ln>
                <a:noFill/>
              </a:ln>
              <a:effectLst>
                <a:outerShdw blurRad="76200" dist="38100" dir="2700000" algn="tl" rotWithShape="0">
                  <a:srgbClr val="000000">
                    <a:alpha val="13725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 b="0" i="0" u="none" strike="noStrike" cap="none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9" name="Google Shape;119;p2"/>
          <p:cNvGrpSpPr/>
          <p:nvPr/>
        </p:nvGrpSpPr>
        <p:grpSpPr>
          <a:xfrm>
            <a:off x="2784174" y="1598401"/>
            <a:ext cx="778013" cy="3199307"/>
            <a:chOff x="3971019" y="796001"/>
            <a:chExt cx="989404" cy="5338506"/>
          </a:xfrm>
        </p:grpSpPr>
        <p:sp>
          <p:nvSpPr>
            <p:cNvPr id="120" name="Google Shape;120;p2"/>
            <p:cNvSpPr/>
            <p:nvPr/>
          </p:nvSpPr>
          <p:spPr>
            <a:xfrm>
              <a:off x="4614031" y="796001"/>
              <a:ext cx="346392" cy="5287413"/>
            </a:xfrm>
            <a:prstGeom prst="rect">
              <a:avLst/>
            </a:prstGeom>
            <a:gradFill>
              <a:gsLst>
                <a:gs pos="0">
                  <a:srgbClr val="000000">
                    <a:alpha val="7843"/>
                  </a:srgbClr>
                </a:gs>
                <a:gs pos="100000">
                  <a:srgbClr val="F2F2F2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4178614" y="796001"/>
              <a:ext cx="452661" cy="5287413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22" name="Google Shape;122;p2"/>
            <p:cNvPicPr preferRelativeResize="0"/>
            <p:nvPr/>
          </p:nvPicPr>
          <p:blipFill rotWithShape="1">
            <a:blip r:embed="rId3">
              <a:alphaModFix/>
            </a:blip>
            <a:srcRect t="76775"/>
            <a:stretch/>
          </p:blipFill>
          <p:spPr>
            <a:xfrm rot="5400000">
              <a:off x="1404452" y="3362569"/>
              <a:ext cx="5338505" cy="20537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2"/>
            <p:cNvSpPr/>
            <p:nvPr/>
          </p:nvSpPr>
          <p:spPr>
            <a:xfrm rot="10800000">
              <a:off x="4614203" y="796001"/>
              <a:ext cx="345594" cy="920797"/>
            </a:xfrm>
            <a:custGeom>
              <a:avLst/>
              <a:gdLst/>
              <a:ahLst/>
              <a:cxnLst/>
              <a:rect l="l" t="t" r="r" b="b"/>
              <a:pathLst>
                <a:path w="10092" h="10000" extrusionOk="0">
                  <a:moveTo>
                    <a:pt x="0" y="8736"/>
                  </a:moveTo>
                  <a:lnTo>
                    <a:pt x="10092" y="0"/>
                  </a:lnTo>
                  <a:lnTo>
                    <a:pt x="10092" y="10000"/>
                  </a:lnTo>
                  <a:lnTo>
                    <a:pt x="92" y="10000"/>
                  </a:lnTo>
                  <a:cubicBezTo>
                    <a:pt x="30" y="8875"/>
                    <a:pt x="62" y="9861"/>
                    <a:pt x="0" y="8736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20784"/>
                  </a:srgbClr>
                </a:gs>
                <a:gs pos="100000">
                  <a:srgbClr val="F2F2F2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 rot="5400000">
              <a:off x="4085362" y="2026910"/>
              <a:ext cx="1396262" cy="345868"/>
            </a:xfrm>
            <a:prstGeom prst="trapezoid">
              <a:avLst>
                <a:gd name="adj" fmla="val 173951"/>
              </a:avLst>
            </a:prstGeom>
            <a:gradFill>
              <a:gsLst>
                <a:gs pos="0">
                  <a:srgbClr val="F2F2F2">
                    <a:alpha val="0"/>
                  </a:srgbClr>
                </a:gs>
                <a:gs pos="100000">
                  <a:srgbClr val="000000">
                    <a:alpha val="20784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"/>
            <p:cNvSpPr/>
            <p:nvPr/>
          </p:nvSpPr>
          <p:spPr>
            <a:xfrm rot="5400000">
              <a:off x="4085362" y="3275907"/>
              <a:ext cx="1396262" cy="345868"/>
            </a:xfrm>
            <a:prstGeom prst="trapezoid">
              <a:avLst>
                <a:gd name="adj" fmla="val 173951"/>
              </a:avLst>
            </a:prstGeom>
            <a:gradFill>
              <a:gsLst>
                <a:gs pos="0">
                  <a:srgbClr val="F2F2F2">
                    <a:alpha val="0"/>
                  </a:srgbClr>
                </a:gs>
                <a:gs pos="100000">
                  <a:srgbClr val="000000">
                    <a:alpha val="20784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"/>
            <p:cNvSpPr/>
            <p:nvPr/>
          </p:nvSpPr>
          <p:spPr>
            <a:xfrm rot="5400000">
              <a:off x="4085362" y="4502881"/>
              <a:ext cx="1396262" cy="345868"/>
            </a:xfrm>
            <a:prstGeom prst="trapezoid">
              <a:avLst>
                <a:gd name="adj" fmla="val 173951"/>
              </a:avLst>
            </a:prstGeom>
            <a:gradFill>
              <a:gsLst>
                <a:gs pos="0">
                  <a:srgbClr val="F2F2F2">
                    <a:alpha val="0"/>
                  </a:srgbClr>
                </a:gs>
                <a:gs pos="100000">
                  <a:srgbClr val="000000">
                    <a:alpha val="20784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"/>
            <p:cNvSpPr/>
            <p:nvPr/>
          </p:nvSpPr>
          <p:spPr>
            <a:xfrm flipH="1">
              <a:off x="4614203" y="5187950"/>
              <a:ext cx="345594" cy="895464"/>
            </a:xfrm>
            <a:custGeom>
              <a:avLst/>
              <a:gdLst/>
              <a:ahLst/>
              <a:cxnLst/>
              <a:rect l="l" t="t" r="r" b="b"/>
              <a:pathLst>
                <a:path w="10092" h="10000" extrusionOk="0">
                  <a:moveTo>
                    <a:pt x="0" y="8736"/>
                  </a:moveTo>
                  <a:lnTo>
                    <a:pt x="10092" y="0"/>
                  </a:lnTo>
                  <a:lnTo>
                    <a:pt x="10092" y="10000"/>
                  </a:lnTo>
                  <a:lnTo>
                    <a:pt x="92" y="10000"/>
                  </a:lnTo>
                  <a:cubicBezTo>
                    <a:pt x="30" y="8875"/>
                    <a:pt x="62" y="9861"/>
                    <a:pt x="0" y="8736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20784"/>
                  </a:srgbClr>
                </a:gs>
                <a:gs pos="100000">
                  <a:srgbClr val="F2F2F2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" name="Google Shape;131;p2"/>
          <p:cNvSpPr/>
          <p:nvPr/>
        </p:nvSpPr>
        <p:spPr>
          <a:xfrm>
            <a:off x="3287721" y="4151054"/>
            <a:ext cx="459595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663A7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800" b="1" dirty="0">
              <a:solidFill>
                <a:srgbClr val="663A7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2" name="Google Shape;132;p2"/>
          <p:cNvGrpSpPr/>
          <p:nvPr/>
        </p:nvGrpSpPr>
        <p:grpSpPr>
          <a:xfrm>
            <a:off x="2115695" y="4074674"/>
            <a:ext cx="788184" cy="723034"/>
            <a:chOff x="2957626" y="3769915"/>
            <a:chExt cx="1113652" cy="964046"/>
          </a:xfrm>
        </p:grpSpPr>
        <p:grpSp>
          <p:nvGrpSpPr>
            <p:cNvPr id="133" name="Google Shape;133;p2"/>
            <p:cNvGrpSpPr/>
            <p:nvPr/>
          </p:nvGrpSpPr>
          <p:grpSpPr>
            <a:xfrm>
              <a:off x="2957626" y="3769915"/>
              <a:ext cx="1113652" cy="964046"/>
              <a:chOff x="2587963" y="111843"/>
              <a:chExt cx="1113652" cy="964046"/>
            </a:xfrm>
          </p:grpSpPr>
          <p:sp>
            <p:nvSpPr>
              <p:cNvPr id="134" name="Google Shape;134;p2"/>
              <p:cNvSpPr/>
              <p:nvPr/>
            </p:nvSpPr>
            <p:spPr>
              <a:xfrm>
                <a:off x="2587963" y="117766"/>
                <a:ext cx="1076325" cy="958123"/>
              </a:xfrm>
              <a:prstGeom prst="roundRect">
                <a:avLst>
                  <a:gd name="adj" fmla="val 13889"/>
                </a:avLst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2"/>
              <p:cNvSpPr/>
              <p:nvPr/>
            </p:nvSpPr>
            <p:spPr>
              <a:xfrm>
                <a:off x="2638400" y="111843"/>
                <a:ext cx="1063215" cy="901028"/>
              </a:xfrm>
              <a:prstGeom prst="roundRect">
                <a:avLst>
                  <a:gd name="adj" fmla="val 13889"/>
                </a:avLst>
              </a:prstGeom>
              <a:solidFill>
                <a:srgbClr val="663A77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6" name="Google Shape;136;p2"/>
            <p:cNvSpPr txBox="1"/>
            <p:nvPr/>
          </p:nvSpPr>
          <p:spPr>
            <a:xfrm>
              <a:off x="3008886" y="3882010"/>
              <a:ext cx="1030514" cy="6976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lt1"/>
                  </a:solidFill>
                  <a:latin typeface="Impact"/>
                  <a:ea typeface="Impact"/>
                  <a:cs typeface="Impact"/>
                  <a:sym typeface="Impact"/>
                </a:rPr>
                <a:t>04</a:t>
              </a:r>
              <a:endParaRPr sz="28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6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1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5"/>
          <p:cNvGrpSpPr/>
          <p:nvPr/>
        </p:nvGrpSpPr>
        <p:grpSpPr>
          <a:xfrm>
            <a:off x="1670730" y="1263299"/>
            <a:ext cx="8616270" cy="1007332"/>
            <a:chOff x="3129129" y="1121776"/>
            <a:chExt cx="5933741" cy="1171624"/>
          </a:xfrm>
        </p:grpSpPr>
        <p:sp>
          <p:nvSpPr>
            <p:cNvPr id="191" name="Google Shape;191;p5"/>
            <p:cNvSpPr/>
            <p:nvPr/>
          </p:nvSpPr>
          <p:spPr>
            <a:xfrm>
              <a:off x="3129129" y="1121776"/>
              <a:ext cx="5933741" cy="1171624"/>
            </a:xfrm>
            <a:prstGeom prst="roundRect">
              <a:avLst>
                <a:gd name="adj" fmla="val 50000"/>
              </a:avLst>
            </a:prstGeom>
            <a:solidFill>
              <a:srgbClr val="D8D8D8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rgbClr val="FFAA2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3289330" y="1253414"/>
              <a:ext cx="5613340" cy="9083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FAA2D"/>
                </a:gs>
                <a:gs pos="100000">
                  <a:srgbClr val="FFD393"/>
                </a:gs>
              </a:gsLst>
              <a:lin ang="0" scaled="0"/>
            </a:gradFill>
            <a:ln w="1905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rgbClr val="FFAA2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3" name="Google Shape;193;p5"/>
          <p:cNvGrpSpPr/>
          <p:nvPr/>
        </p:nvGrpSpPr>
        <p:grpSpPr>
          <a:xfrm>
            <a:off x="1782659" y="1240148"/>
            <a:ext cx="1674310" cy="1522886"/>
            <a:chOff x="3020983" y="881796"/>
            <a:chExt cx="2097410" cy="2097410"/>
          </a:xfrm>
        </p:grpSpPr>
        <p:grpSp>
          <p:nvGrpSpPr>
            <p:cNvPr id="194" name="Google Shape;194;p5"/>
            <p:cNvGrpSpPr/>
            <p:nvPr/>
          </p:nvGrpSpPr>
          <p:grpSpPr>
            <a:xfrm>
              <a:off x="3020983" y="881796"/>
              <a:ext cx="2097410" cy="2097410"/>
              <a:chOff x="3099689" y="1098878"/>
              <a:chExt cx="1995612" cy="1995615"/>
            </a:xfrm>
          </p:grpSpPr>
          <p:grpSp>
            <p:nvGrpSpPr>
              <p:cNvPr id="195" name="Google Shape;195;p5"/>
              <p:cNvGrpSpPr/>
              <p:nvPr/>
            </p:nvGrpSpPr>
            <p:grpSpPr>
              <a:xfrm>
                <a:off x="3099689" y="1098878"/>
                <a:ext cx="1995612" cy="1995615"/>
                <a:chOff x="6804316" y="2574806"/>
                <a:chExt cx="3585705" cy="3585705"/>
              </a:xfrm>
            </p:grpSpPr>
            <p:sp>
              <p:nvSpPr>
                <p:cNvPr id="196" name="Google Shape;196;p5"/>
                <p:cNvSpPr/>
                <p:nvPr/>
              </p:nvSpPr>
              <p:spPr>
                <a:xfrm rot="-2700000">
                  <a:off x="7501948" y="2927402"/>
                  <a:ext cx="2190440" cy="28805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6474" h="2070736" extrusionOk="0">
                      <a:moveTo>
                        <a:pt x="13249" y="1035368"/>
                      </a:moveTo>
                      <a:cubicBezTo>
                        <a:pt x="112309" y="471170"/>
                        <a:pt x="388098" y="0"/>
                        <a:pt x="850497" y="0"/>
                      </a:cubicBezTo>
                      <a:cubicBezTo>
                        <a:pt x="1312896" y="0"/>
                        <a:pt x="1611545" y="478790"/>
                        <a:pt x="1687745" y="1035368"/>
                      </a:cubicBezTo>
                      <a:cubicBezTo>
                        <a:pt x="1765308" y="1601901"/>
                        <a:pt x="1312896" y="2070736"/>
                        <a:pt x="850497" y="2070736"/>
                      </a:cubicBezTo>
                      <a:cubicBezTo>
                        <a:pt x="388098" y="2070736"/>
                        <a:pt x="-85811" y="1599566"/>
                        <a:pt x="13249" y="103536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17000">
                      <a:srgbClr val="000000">
                        <a:alpha val="45882"/>
                      </a:srgbClr>
                    </a:gs>
                    <a:gs pos="34000">
                      <a:srgbClr val="000000">
                        <a:alpha val="42745"/>
                      </a:srgbClr>
                    </a:gs>
                    <a:gs pos="51000">
                      <a:srgbClr val="000000">
                        <a:alpha val="20000"/>
                      </a:srgbClr>
                    </a:gs>
                    <a:gs pos="65000">
                      <a:srgbClr val="000000">
                        <a:alpha val="9803"/>
                      </a:srgbClr>
                    </a:gs>
                    <a:gs pos="78000">
                      <a:srgbClr val="000000">
                        <a:alpha val="4705"/>
                      </a:srgbClr>
                    </a:gs>
                    <a:gs pos="100000">
                      <a:srgbClr val="000000">
                        <a:alpha val="0"/>
                      </a:srgbClr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7" name="Google Shape;197;p5"/>
                <p:cNvSpPr/>
                <p:nvPr/>
              </p:nvSpPr>
              <p:spPr>
                <a:xfrm>
                  <a:off x="7567583" y="3243359"/>
                  <a:ext cx="1344545" cy="1344543"/>
                </a:xfrm>
                <a:prstGeom prst="ellipse">
                  <a:avLst/>
                </a:prstGeom>
                <a:gradFill>
                  <a:gsLst>
                    <a:gs pos="0">
                      <a:srgbClr val="FFFFFF">
                        <a:alpha val="98823"/>
                      </a:srgbClr>
                    </a:gs>
                    <a:gs pos="43000">
                      <a:srgbClr val="F7F7F7"/>
                    </a:gs>
                    <a:gs pos="100000">
                      <a:srgbClr val="B8C0C0"/>
                    </a:gs>
                  </a:gsLst>
                  <a:lin ang="2700000" scaled="0"/>
                </a:gradFill>
                <a:ln>
                  <a:noFill/>
                </a:ln>
                <a:effectLst>
                  <a:outerShdw blurRad="139700" dist="88900" dir="2700000" algn="tl" rotWithShape="0">
                    <a:srgbClr val="494949">
                      <a:alpha val="29803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" name="Google Shape;198;p5"/>
                <p:cNvSpPr/>
                <p:nvPr/>
              </p:nvSpPr>
              <p:spPr>
                <a:xfrm>
                  <a:off x="7380501" y="3019185"/>
                  <a:ext cx="1596494" cy="1596494"/>
                </a:xfrm>
                <a:prstGeom prst="ellipse">
                  <a:avLst/>
                </a:prstGeom>
                <a:gradFill>
                  <a:gsLst>
                    <a:gs pos="0">
                      <a:srgbClr val="FFFFFF">
                        <a:alpha val="98823"/>
                      </a:srgbClr>
                    </a:gs>
                    <a:gs pos="11000">
                      <a:srgbClr val="FFFFFF">
                        <a:alpha val="98823"/>
                      </a:srgbClr>
                    </a:gs>
                    <a:gs pos="39000">
                      <a:schemeClr val="lt1"/>
                    </a:gs>
                    <a:gs pos="52999">
                      <a:srgbClr val="F7F7F7"/>
                    </a:gs>
                    <a:gs pos="100000">
                      <a:srgbClr val="B8C0C0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99" name="Google Shape;199;p5"/>
              <p:cNvSpPr/>
              <p:nvPr/>
            </p:nvSpPr>
            <p:spPr>
              <a:xfrm>
                <a:off x="3222820" y="1148080"/>
                <a:ext cx="1284820" cy="1284821"/>
              </a:xfrm>
              <a:prstGeom prst="ellipse">
                <a:avLst/>
              </a:prstGeom>
              <a:solidFill>
                <a:schemeClr val="lt1">
                  <a:alpha val="13725"/>
                </a:schemeClr>
              </a:solidFill>
              <a:ln w="15875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215900" dist="88900" dir="2700000" algn="tl" rotWithShape="0">
                  <a:srgbClr val="000000">
                    <a:alpha val="1098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0" name="Google Shape;200;p5"/>
            <p:cNvSpPr txBox="1"/>
            <p:nvPr/>
          </p:nvSpPr>
          <p:spPr>
            <a:xfrm>
              <a:off x="3514455" y="1292811"/>
              <a:ext cx="774240" cy="720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B850"/>
                  </a:solidFill>
                  <a:latin typeface="Impact"/>
                  <a:ea typeface="Impact"/>
                  <a:cs typeface="Impact"/>
                  <a:sym typeface="Impact"/>
                </a:rPr>
                <a:t>01</a:t>
              </a:r>
              <a:endParaRPr sz="2800">
                <a:solidFill>
                  <a:srgbClr val="FFB850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</p:grpSp>
      <p:sp>
        <p:nvSpPr>
          <p:cNvPr id="201" name="Google Shape;201;p5"/>
          <p:cNvSpPr txBox="1"/>
          <p:nvPr/>
        </p:nvSpPr>
        <p:spPr>
          <a:xfrm>
            <a:off x="2980807" y="1521544"/>
            <a:ext cx="690583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Cấu </a:t>
            </a:r>
            <a:r>
              <a:rPr lang="en-US" sz="28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trúc</a:t>
            </a:r>
            <a:r>
              <a:rPr lang="en-US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request in</a:t>
            </a:r>
            <a:endParaRPr sz="2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12C87E-15D5-CFA9-79D9-FF98F8DB9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85337"/>
            <a:ext cx="5620534" cy="6087325"/>
          </a:xfrm>
          <a:prstGeom prst="rect">
            <a:avLst/>
          </a:prstGeom>
        </p:spPr>
      </p:pic>
      <p:sp>
        <p:nvSpPr>
          <p:cNvPr id="4" name="Google Shape;202;p5">
            <a:extLst>
              <a:ext uri="{FF2B5EF4-FFF2-40B4-BE49-F238E27FC236}">
                <a16:creationId xmlns:a16="http://schemas.microsoft.com/office/drawing/2014/main" id="{58791770-387F-F54F-7CA4-8FA34BCC3F20}"/>
              </a:ext>
            </a:extLst>
          </p:cNvPr>
          <p:cNvSpPr/>
          <p:nvPr/>
        </p:nvSpPr>
        <p:spPr>
          <a:xfrm>
            <a:off x="1670731" y="2505849"/>
            <a:ext cx="4179564" cy="343775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 Header</a:t>
            </a:r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28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Body</a:t>
            </a:r>
          </a:p>
          <a:p>
            <a:pPr marL="914400" lvl="1" indent="-457200">
              <a:buFontTx/>
              <a:buChar char="-"/>
            </a:pPr>
            <a:r>
              <a:rPr lang="en-US" sz="2800" dirty="0">
                <a:solidFill>
                  <a:srgbClr val="222222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Command: GET_ENQUIRY, GET_TRANSACTION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vi-VN" sz="2800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5807CBD7-0965-811F-8686-39AB379B8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5">
            <a:extLst>
              <a:ext uri="{FF2B5EF4-FFF2-40B4-BE49-F238E27FC236}">
                <a16:creationId xmlns:a16="http://schemas.microsoft.com/office/drawing/2014/main" id="{7847A552-D9B8-B262-F27E-0478E456C38E}"/>
              </a:ext>
            </a:extLst>
          </p:cNvPr>
          <p:cNvGrpSpPr/>
          <p:nvPr/>
        </p:nvGrpSpPr>
        <p:grpSpPr>
          <a:xfrm>
            <a:off x="252477" y="424670"/>
            <a:ext cx="8616270" cy="1007332"/>
            <a:chOff x="3129129" y="1121776"/>
            <a:chExt cx="5933741" cy="1171624"/>
          </a:xfrm>
        </p:grpSpPr>
        <p:sp>
          <p:nvSpPr>
            <p:cNvPr id="191" name="Google Shape;191;p5">
              <a:extLst>
                <a:ext uri="{FF2B5EF4-FFF2-40B4-BE49-F238E27FC236}">
                  <a16:creationId xmlns:a16="http://schemas.microsoft.com/office/drawing/2014/main" id="{539ABDD1-18EF-1AC8-A527-976C6B82D29A}"/>
                </a:ext>
              </a:extLst>
            </p:cNvPr>
            <p:cNvSpPr/>
            <p:nvPr/>
          </p:nvSpPr>
          <p:spPr>
            <a:xfrm>
              <a:off x="3129129" y="1121776"/>
              <a:ext cx="5933741" cy="1171624"/>
            </a:xfrm>
            <a:prstGeom prst="roundRect">
              <a:avLst>
                <a:gd name="adj" fmla="val 50000"/>
              </a:avLst>
            </a:prstGeom>
            <a:solidFill>
              <a:srgbClr val="D8D8D8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rgbClr val="FFAA2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5">
              <a:extLst>
                <a:ext uri="{FF2B5EF4-FFF2-40B4-BE49-F238E27FC236}">
                  <a16:creationId xmlns:a16="http://schemas.microsoft.com/office/drawing/2014/main" id="{08F97829-6C24-9E79-94F6-91987802833F}"/>
                </a:ext>
              </a:extLst>
            </p:cNvPr>
            <p:cNvSpPr/>
            <p:nvPr/>
          </p:nvSpPr>
          <p:spPr>
            <a:xfrm>
              <a:off x="3289330" y="1253414"/>
              <a:ext cx="5613340" cy="9083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FAA2D"/>
                </a:gs>
                <a:gs pos="100000">
                  <a:srgbClr val="FFD393"/>
                </a:gs>
              </a:gsLst>
              <a:lin ang="0" scaled="0"/>
            </a:gradFill>
            <a:ln w="1905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rgbClr val="FFAA2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3" name="Google Shape;193;p5">
            <a:extLst>
              <a:ext uri="{FF2B5EF4-FFF2-40B4-BE49-F238E27FC236}">
                <a16:creationId xmlns:a16="http://schemas.microsoft.com/office/drawing/2014/main" id="{9AFAE4B6-956A-ACB0-6B41-26E486F532EB}"/>
              </a:ext>
            </a:extLst>
          </p:cNvPr>
          <p:cNvGrpSpPr/>
          <p:nvPr/>
        </p:nvGrpSpPr>
        <p:grpSpPr>
          <a:xfrm>
            <a:off x="364406" y="401519"/>
            <a:ext cx="1674310" cy="1522886"/>
            <a:chOff x="3020983" y="881796"/>
            <a:chExt cx="2097410" cy="2097410"/>
          </a:xfrm>
        </p:grpSpPr>
        <p:grpSp>
          <p:nvGrpSpPr>
            <p:cNvPr id="194" name="Google Shape;194;p5">
              <a:extLst>
                <a:ext uri="{FF2B5EF4-FFF2-40B4-BE49-F238E27FC236}">
                  <a16:creationId xmlns:a16="http://schemas.microsoft.com/office/drawing/2014/main" id="{DF941BF6-3B6B-8964-A020-20781E3DF628}"/>
                </a:ext>
              </a:extLst>
            </p:cNvPr>
            <p:cNvGrpSpPr/>
            <p:nvPr/>
          </p:nvGrpSpPr>
          <p:grpSpPr>
            <a:xfrm>
              <a:off x="3020983" y="881796"/>
              <a:ext cx="2097410" cy="2097410"/>
              <a:chOff x="3099689" y="1098878"/>
              <a:chExt cx="1995612" cy="1995615"/>
            </a:xfrm>
          </p:grpSpPr>
          <p:grpSp>
            <p:nvGrpSpPr>
              <p:cNvPr id="195" name="Google Shape;195;p5">
                <a:extLst>
                  <a:ext uri="{FF2B5EF4-FFF2-40B4-BE49-F238E27FC236}">
                    <a16:creationId xmlns:a16="http://schemas.microsoft.com/office/drawing/2014/main" id="{9C701A55-A7FD-1C99-B55C-770C666AD755}"/>
                  </a:ext>
                </a:extLst>
              </p:cNvPr>
              <p:cNvGrpSpPr/>
              <p:nvPr/>
            </p:nvGrpSpPr>
            <p:grpSpPr>
              <a:xfrm>
                <a:off x="3099689" y="1098878"/>
                <a:ext cx="1995612" cy="1995615"/>
                <a:chOff x="6804316" y="2574806"/>
                <a:chExt cx="3585705" cy="3585705"/>
              </a:xfrm>
            </p:grpSpPr>
            <p:sp>
              <p:nvSpPr>
                <p:cNvPr id="196" name="Google Shape;196;p5">
                  <a:extLst>
                    <a:ext uri="{FF2B5EF4-FFF2-40B4-BE49-F238E27FC236}">
                      <a16:creationId xmlns:a16="http://schemas.microsoft.com/office/drawing/2014/main" id="{FA3ED7D3-4D32-E5F4-180B-8A90F2F65D55}"/>
                    </a:ext>
                  </a:extLst>
                </p:cNvPr>
                <p:cNvSpPr/>
                <p:nvPr/>
              </p:nvSpPr>
              <p:spPr>
                <a:xfrm rot="-2700000">
                  <a:off x="7501948" y="2927402"/>
                  <a:ext cx="2190440" cy="28805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6474" h="2070736" extrusionOk="0">
                      <a:moveTo>
                        <a:pt x="13249" y="1035368"/>
                      </a:moveTo>
                      <a:cubicBezTo>
                        <a:pt x="112309" y="471170"/>
                        <a:pt x="388098" y="0"/>
                        <a:pt x="850497" y="0"/>
                      </a:cubicBezTo>
                      <a:cubicBezTo>
                        <a:pt x="1312896" y="0"/>
                        <a:pt x="1611545" y="478790"/>
                        <a:pt x="1687745" y="1035368"/>
                      </a:cubicBezTo>
                      <a:cubicBezTo>
                        <a:pt x="1765308" y="1601901"/>
                        <a:pt x="1312896" y="2070736"/>
                        <a:pt x="850497" y="2070736"/>
                      </a:cubicBezTo>
                      <a:cubicBezTo>
                        <a:pt x="388098" y="2070736"/>
                        <a:pt x="-85811" y="1599566"/>
                        <a:pt x="13249" y="103536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17000">
                      <a:srgbClr val="000000">
                        <a:alpha val="45882"/>
                      </a:srgbClr>
                    </a:gs>
                    <a:gs pos="34000">
                      <a:srgbClr val="000000">
                        <a:alpha val="42745"/>
                      </a:srgbClr>
                    </a:gs>
                    <a:gs pos="51000">
                      <a:srgbClr val="000000">
                        <a:alpha val="20000"/>
                      </a:srgbClr>
                    </a:gs>
                    <a:gs pos="65000">
                      <a:srgbClr val="000000">
                        <a:alpha val="9803"/>
                      </a:srgbClr>
                    </a:gs>
                    <a:gs pos="78000">
                      <a:srgbClr val="000000">
                        <a:alpha val="4705"/>
                      </a:srgbClr>
                    </a:gs>
                    <a:gs pos="100000">
                      <a:srgbClr val="000000">
                        <a:alpha val="0"/>
                      </a:srgbClr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7" name="Google Shape;197;p5">
                  <a:extLst>
                    <a:ext uri="{FF2B5EF4-FFF2-40B4-BE49-F238E27FC236}">
                      <a16:creationId xmlns:a16="http://schemas.microsoft.com/office/drawing/2014/main" id="{EBFEB313-5B3D-0824-D50F-B0AD92543563}"/>
                    </a:ext>
                  </a:extLst>
                </p:cNvPr>
                <p:cNvSpPr/>
                <p:nvPr/>
              </p:nvSpPr>
              <p:spPr>
                <a:xfrm>
                  <a:off x="7567583" y="3243359"/>
                  <a:ext cx="1344545" cy="1344543"/>
                </a:xfrm>
                <a:prstGeom prst="ellipse">
                  <a:avLst/>
                </a:prstGeom>
                <a:gradFill>
                  <a:gsLst>
                    <a:gs pos="0">
                      <a:srgbClr val="FFFFFF">
                        <a:alpha val="98823"/>
                      </a:srgbClr>
                    </a:gs>
                    <a:gs pos="43000">
                      <a:srgbClr val="F7F7F7"/>
                    </a:gs>
                    <a:gs pos="100000">
                      <a:srgbClr val="B8C0C0"/>
                    </a:gs>
                  </a:gsLst>
                  <a:lin ang="2700000" scaled="0"/>
                </a:gradFill>
                <a:ln>
                  <a:noFill/>
                </a:ln>
                <a:effectLst>
                  <a:outerShdw blurRad="139700" dist="88900" dir="2700000" algn="tl" rotWithShape="0">
                    <a:srgbClr val="494949">
                      <a:alpha val="29803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" name="Google Shape;198;p5">
                  <a:extLst>
                    <a:ext uri="{FF2B5EF4-FFF2-40B4-BE49-F238E27FC236}">
                      <a16:creationId xmlns:a16="http://schemas.microsoft.com/office/drawing/2014/main" id="{B5B0345F-244B-5B88-1DF8-7B783B040469}"/>
                    </a:ext>
                  </a:extLst>
                </p:cNvPr>
                <p:cNvSpPr/>
                <p:nvPr/>
              </p:nvSpPr>
              <p:spPr>
                <a:xfrm>
                  <a:off x="7380501" y="3019185"/>
                  <a:ext cx="1596494" cy="1596494"/>
                </a:xfrm>
                <a:prstGeom prst="ellipse">
                  <a:avLst/>
                </a:prstGeom>
                <a:gradFill>
                  <a:gsLst>
                    <a:gs pos="0">
                      <a:srgbClr val="FFFFFF">
                        <a:alpha val="98823"/>
                      </a:srgbClr>
                    </a:gs>
                    <a:gs pos="11000">
                      <a:srgbClr val="FFFFFF">
                        <a:alpha val="98823"/>
                      </a:srgbClr>
                    </a:gs>
                    <a:gs pos="39000">
                      <a:schemeClr val="lt1"/>
                    </a:gs>
                    <a:gs pos="52999">
                      <a:srgbClr val="F7F7F7"/>
                    </a:gs>
                    <a:gs pos="100000">
                      <a:srgbClr val="B8C0C0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99" name="Google Shape;199;p5">
                <a:extLst>
                  <a:ext uri="{FF2B5EF4-FFF2-40B4-BE49-F238E27FC236}">
                    <a16:creationId xmlns:a16="http://schemas.microsoft.com/office/drawing/2014/main" id="{07EFD307-A0E3-9DA7-0E8B-14D013AFF54F}"/>
                  </a:ext>
                </a:extLst>
              </p:cNvPr>
              <p:cNvSpPr/>
              <p:nvPr/>
            </p:nvSpPr>
            <p:spPr>
              <a:xfrm>
                <a:off x="3222820" y="1148080"/>
                <a:ext cx="1284820" cy="1284821"/>
              </a:xfrm>
              <a:prstGeom prst="ellipse">
                <a:avLst/>
              </a:prstGeom>
              <a:solidFill>
                <a:schemeClr val="lt1">
                  <a:alpha val="13725"/>
                </a:schemeClr>
              </a:solidFill>
              <a:ln w="15875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215900" dist="88900" dir="2700000" algn="tl" rotWithShape="0">
                  <a:srgbClr val="000000">
                    <a:alpha val="1098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0" name="Google Shape;200;p5">
              <a:extLst>
                <a:ext uri="{FF2B5EF4-FFF2-40B4-BE49-F238E27FC236}">
                  <a16:creationId xmlns:a16="http://schemas.microsoft.com/office/drawing/2014/main" id="{06A18981-5A54-2EB3-18AD-0840B29A1B74}"/>
                </a:ext>
              </a:extLst>
            </p:cNvPr>
            <p:cNvSpPr txBox="1"/>
            <p:nvPr/>
          </p:nvSpPr>
          <p:spPr>
            <a:xfrm>
              <a:off x="3514455" y="1292811"/>
              <a:ext cx="774240" cy="720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FFB850"/>
                  </a:solidFill>
                  <a:latin typeface="Impact"/>
                  <a:ea typeface="Impact"/>
                  <a:cs typeface="Impact"/>
                  <a:sym typeface="Impact"/>
                </a:rPr>
                <a:t>01</a:t>
              </a:r>
              <a:endParaRPr sz="2800">
                <a:solidFill>
                  <a:srgbClr val="FFB850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</p:grpSp>
      <p:sp>
        <p:nvSpPr>
          <p:cNvPr id="201" name="Google Shape;201;p5">
            <a:extLst>
              <a:ext uri="{FF2B5EF4-FFF2-40B4-BE49-F238E27FC236}">
                <a16:creationId xmlns:a16="http://schemas.microsoft.com/office/drawing/2014/main" id="{78CFF0E9-3976-E83E-4FB5-8D56211CA6E9}"/>
              </a:ext>
            </a:extLst>
          </p:cNvPr>
          <p:cNvSpPr txBox="1"/>
          <p:nvPr/>
        </p:nvSpPr>
        <p:spPr>
          <a:xfrm>
            <a:off x="1562554" y="682915"/>
            <a:ext cx="690583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Cấu </a:t>
            </a:r>
            <a:r>
              <a:rPr lang="en-US" sz="28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trúc</a:t>
            </a:r>
            <a:r>
              <a:rPr lang="en-US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response out</a:t>
            </a:r>
            <a:endParaRPr sz="28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248A91-DF89-9E26-6712-78B12942C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89" y="1162961"/>
            <a:ext cx="6420746" cy="542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271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0006CA58-B7E0-0C7C-72D7-8AEE778F5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5">
            <a:extLst>
              <a:ext uri="{FF2B5EF4-FFF2-40B4-BE49-F238E27FC236}">
                <a16:creationId xmlns:a16="http://schemas.microsoft.com/office/drawing/2014/main" id="{840A3507-EEBA-C81B-45BC-ECA6F1EE4341}"/>
              </a:ext>
            </a:extLst>
          </p:cNvPr>
          <p:cNvGrpSpPr/>
          <p:nvPr/>
        </p:nvGrpSpPr>
        <p:grpSpPr>
          <a:xfrm>
            <a:off x="140510" y="162287"/>
            <a:ext cx="8616270" cy="1007332"/>
            <a:chOff x="3129129" y="1121776"/>
            <a:chExt cx="5933741" cy="1171624"/>
          </a:xfrm>
        </p:grpSpPr>
        <p:sp>
          <p:nvSpPr>
            <p:cNvPr id="191" name="Google Shape;191;p5">
              <a:extLst>
                <a:ext uri="{FF2B5EF4-FFF2-40B4-BE49-F238E27FC236}">
                  <a16:creationId xmlns:a16="http://schemas.microsoft.com/office/drawing/2014/main" id="{3544174A-DD58-328E-6A81-CBB526267D0D}"/>
                </a:ext>
              </a:extLst>
            </p:cNvPr>
            <p:cNvSpPr/>
            <p:nvPr/>
          </p:nvSpPr>
          <p:spPr>
            <a:xfrm>
              <a:off x="3129129" y="1121776"/>
              <a:ext cx="5933741" cy="1171624"/>
            </a:xfrm>
            <a:prstGeom prst="roundRect">
              <a:avLst>
                <a:gd name="adj" fmla="val 50000"/>
              </a:avLst>
            </a:prstGeom>
            <a:solidFill>
              <a:srgbClr val="D8D8D8">
                <a:alpha val="4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rgbClr val="FFAA2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5">
              <a:extLst>
                <a:ext uri="{FF2B5EF4-FFF2-40B4-BE49-F238E27FC236}">
                  <a16:creationId xmlns:a16="http://schemas.microsoft.com/office/drawing/2014/main" id="{24918B20-F371-6694-FD5A-C6CE78BBFD0E}"/>
                </a:ext>
              </a:extLst>
            </p:cNvPr>
            <p:cNvSpPr/>
            <p:nvPr/>
          </p:nvSpPr>
          <p:spPr>
            <a:xfrm>
              <a:off x="3289330" y="1253414"/>
              <a:ext cx="5613340" cy="9083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FFAA2D"/>
                </a:gs>
                <a:gs pos="100000">
                  <a:srgbClr val="FFD393"/>
                </a:gs>
              </a:gsLst>
              <a:lin ang="0" scaled="0"/>
            </a:gradFill>
            <a:ln w="19050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solidFill>
                  <a:srgbClr val="FFAA2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3" name="Google Shape;193;p5">
            <a:extLst>
              <a:ext uri="{FF2B5EF4-FFF2-40B4-BE49-F238E27FC236}">
                <a16:creationId xmlns:a16="http://schemas.microsoft.com/office/drawing/2014/main" id="{771BEDFD-70C6-E06D-3A93-132034D14DC0}"/>
              </a:ext>
            </a:extLst>
          </p:cNvPr>
          <p:cNvGrpSpPr/>
          <p:nvPr/>
        </p:nvGrpSpPr>
        <p:grpSpPr>
          <a:xfrm>
            <a:off x="252439" y="139136"/>
            <a:ext cx="1674310" cy="1522886"/>
            <a:chOff x="3020983" y="881796"/>
            <a:chExt cx="2097410" cy="2097410"/>
          </a:xfrm>
        </p:grpSpPr>
        <p:grpSp>
          <p:nvGrpSpPr>
            <p:cNvPr id="194" name="Google Shape;194;p5">
              <a:extLst>
                <a:ext uri="{FF2B5EF4-FFF2-40B4-BE49-F238E27FC236}">
                  <a16:creationId xmlns:a16="http://schemas.microsoft.com/office/drawing/2014/main" id="{B9CB5E87-9B38-3F49-D2FF-B269AC203823}"/>
                </a:ext>
              </a:extLst>
            </p:cNvPr>
            <p:cNvGrpSpPr/>
            <p:nvPr/>
          </p:nvGrpSpPr>
          <p:grpSpPr>
            <a:xfrm>
              <a:off x="3020983" y="881796"/>
              <a:ext cx="2097410" cy="2097410"/>
              <a:chOff x="3099689" y="1098878"/>
              <a:chExt cx="1995612" cy="1995615"/>
            </a:xfrm>
          </p:grpSpPr>
          <p:grpSp>
            <p:nvGrpSpPr>
              <p:cNvPr id="195" name="Google Shape;195;p5">
                <a:extLst>
                  <a:ext uri="{FF2B5EF4-FFF2-40B4-BE49-F238E27FC236}">
                    <a16:creationId xmlns:a16="http://schemas.microsoft.com/office/drawing/2014/main" id="{A9A754BF-421D-1546-5C6C-7B31A547DE50}"/>
                  </a:ext>
                </a:extLst>
              </p:cNvPr>
              <p:cNvGrpSpPr/>
              <p:nvPr/>
            </p:nvGrpSpPr>
            <p:grpSpPr>
              <a:xfrm>
                <a:off x="3099689" y="1098878"/>
                <a:ext cx="1995612" cy="1995615"/>
                <a:chOff x="6804316" y="2574806"/>
                <a:chExt cx="3585705" cy="3585705"/>
              </a:xfrm>
            </p:grpSpPr>
            <p:sp>
              <p:nvSpPr>
                <p:cNvPr id="196" name="Google Shape;196;p5">
                  <a:extLst>
                    <a:ext uri="{FF2B5EF4-FFF2-40B4-BE49-F238E27FC236}">
                      <a16:creationId xmlns:a16="http://schemas.microsoft.com/office/drawing/2014/main" id="{80DBE5DE-F448-2A5B-B960-06243E1173F8}"/>
                    </a:ext>
                  </a:extLst>
                </p:cNvPr>
                <p:cNvSpPr/>
                <p:nvPr/>
              </p:nvSpPr>
              <p:spPr>
                <a:xfrm rot="-2700000">
                  <a:off x="7501948" y="2927402"/>
                  <a:ext cx="2190440" cy="28805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6474" h="2070736" extrusionOk="0">
                      <a:moveTo>
                        <a:pt x="13249" y="1035368"/>
                      </a:moveTo>
                      <a:cubicBezTo>
                        <a:pt x="112309" y="471170"/>
                        <a:pt x="388098" y="0"/>
                        <a:pt x="850497" y="0"/>
                      </a:cubicBezTo>
                      <a:cubicBezTo>
                        <a:pt x="1312896" y="0"/>
                        <a:pt x="1611545" y="478790"/>
                        <a:pt x="1687745" y="1035368"/>
                      </a:cubicBezTo>
                      <a:cubicBezTo>
                        <a:pt x="1765308" y="1601901"/>
                        <a:pt x="1312896" y="2070736"/>
                        <a:pt x="850497" y="2070736"/>
                      </a:cubicBezTo>
                      <a:cubicBezTo>
                        <a:pt x="388098" y="2070736"/>
                        <a:pt x="-85811" y="1599566"/>
                        <a:pt x="13249" y="1035368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dk1"/>
                    </a:gs>
                    <a:gs pos="17000">
                      <a:srgbClr val="000000">
                        <a:alpha val="45882"/>
                      </a:srgbClr>
                    </a:gs>
                    <a:gs pos="34000">
                      <a:srgbClr val="000000">
                        <a:alpha val="42745"/>
                      </a:srgbClr>
                    </a:gs>
                    <a:gs pos="51000">
                      <a:srgbClr val="000000">
                        <a:alpha val="20000"/>
                      </a:srgbClr>
                    </a:gs>
                    <a:gs pos="65000">
                      <a:srgbClr val="000000">
                        <a:alpha val="9803"/>
                      </a:srgbClr>
                    </a:gs>
                    <a:gs pos="78000">
                      <a:srgbClr val="000000">
                        <a:alpha val="4705"/>
                      </a:srgbClr>
                    </a:gs>
                    <a:gs pos="100000">
                      <a:srgbClr val="000000">
                        <a:alpha val="0"/>
                      </a:srgbClr>
                    </a:gs>
                  </a:gsLst>
                  <a:lin ang="540000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7" name="Google Shape;197;p5">
                  <a:extLst>
                    <a:ext uri="{FF2B5EF4-FFF2-40B4-BE49-F238E27FC236}">
                      <a16:creationId xmlns:a16="http://schemas.microsoft.com/office/drawing/2014/main" id="{ED23395A-AF2E-B9D2-5D80-D93DA7BE7FDA}"/>
                    </a:ext>
                  </a:extLst>
                </p:cNvPr>
                <p:cNvSpPr/>
                <p:nvPr/>
              </p:nvSpPr>
              <p:spPr>
                <a:xfrm>
                  <a:off x="7567583" y="3243359"/>
                  <a:ext cx="1344545" cy="1344543"/>
                </a:xfrm>
                <a:prstGeom prst="ellipse">
                  <a:avLst/>
                </a:prstGeom>
                <a:gradFill>
                  <a:gsLst>
                    <a:gs pos="0">
                      <a:srgbClr val="FFFFFF">
                        <a:alpha val="98823"/>
                      </a:srgbClr>
                    </a:gs>
                    <a:gs pos="43000">
                      <a:srgbClr val="F7F7F7"/>
                    </a:gs>
                    <a:gs pos="100000">
                      <a:srgbClr val="B8C0C0"/>
                    </a:gs>
                  </a:gsLst>
                  <a:lin ang="2700000" scaled="0"/>
                </a:gradFill>
                <a:ln>
                  <a:noFill/>
                </a:ln>
                <a:effectLst>
                  <a:outerShdw blurRad="139700" dist="88900" dir="2700000" algn="tl" rotWithShape="0">
                    <a:srgbClr val="494949">
                      <a:alpha val="29803"/>
                    </a:srgb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8" name="Google Shape;198;p5">
                  <a:extLst>
                    <a:ext uri="{FF2B5EF4-FFF2-40B4-BE49-F238E27FC236}">
                      <a16:creationId xmlns:a16="http://schemas.microsoft.com/office/drawing/2014/main" id="{50B97483-4F35-DE4B-0AA2-B90A8FCE7D0C}"/>
                    </a:ext>
                  </a:extLst>
                </p:cNvPr>
                <p:cNvSpPr/>
                <p:nvPr/>
              </p:nvSpPr>
              <p:spPr>
                <a:xfrm>
                  <a:off x="7380501" y="3019185"/>
                  <a:ext cx="1596494" cy="1596494"/>
                </a:xfrm>
                <a:prstGeom prst="ellipse">
                  <a:avLst/>
                </a:prstGeom>
                <a:gradFill>
                  <a:gsLst>
                    <a:gs pos="0">
                      <a:srgbClr val="FFFFFF">
                        <a:alpha val="98823"/>
                      </a:srgbClr>
                    </a:gs>
                    <a:gs pos="11000">
                      <a:srgbClr val="FFFFFF">
                        <a:alpha val="98823"/>
                      </a:srgbClr>
                    </a:gs>
                    <a:gs pos="39000">
                      <a:schemeClr val="lt1"/>
                    </a:gs>
                    <a:gs pos="52999">
                      <a:srgbClr val="F7F7F7"/>
                    </a:gs>
                    <a:gs pos="100000">
                      <a:srgbClr val="B8C0C0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2800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99" name="Google Shape;199;p5">
                <a:extLst>
                  <a:ext uri="{FF2B5EF4-FFF2-40B4-BE49-F238E27FC236}">
                    <a16:creationId xmlns:a16="http://schemas.microsoft.com/office/drawing/2014/main" id="{46E2CE23-DF16-2EA7-46EF-38BCA8C9037B}"/>
                  </a:ext>
                </a:extLst>
              </p:cNvPr>
              <p:cNvSpPr/>
              <p:nvPr/>
            </p:nvSpPr>
            <p:spPr>
              <a:xfrm>
                <a:off x="3222820" y="1148080"/>
                <a:ext cx="1284820" cy="1284821"/>
              </a:xfrm>
              <a:prstGeom prst="ellipse">
                <a:avLst/>
              </a:prstGeom>
              <a:solidFill>
                <a:schemeClr val="lt1">
                  <a:alpha val="13725"/>
                </a:schemeClr>
              </a:solidFill>
              <a:ln w="15875" cap="flat" cmpd="sng">
                <a:solidFill>
                  <a:schemeClr val="lt1"/>
                </a:solidFill>
                <a:prstDash val="solid"/>
                <a:miter lim="800000"/>
                <a:headEnd type="none" w="sm" len="sm"/>
                <a:tailEnd type="none" w="sm" len="sm"/>
              </a:ln>
              <a:effectLst>
                <a:outerShdw blurRad="215900" dist="88900" dir="2700000" algn="tl" rotWithShape="0">
                  <a:srgbClr val="000000">
                    <a:alpha val="10980"/>
                  </a:srgbClr>
                </a:outerShdw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0" name="Google Shape;200;p5">
              <a:extLst>
                <a:ext uri="{FF2B5EF4-FFF2-40B4-BE49-F238E27FC236}">
                  <a16:creationId xmlns:a16="http://schemas.microsoft.com/office/drawing/2014/main" id="{7C55004B-E236-D94E-5F0A-5AAC9C399795}"/>
                </a:ext>
              </a:extLst>
            </p:cNvPr>
            <p:cNvSpPr txBox="1"/>
            <p:nvPr/>
          </p:nvSpPr>
          <p:spPr>
            <a:xfrm>
              <a:off x="3514455" y="1292811"/>
              <a:ext cx="774240" cy="720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dirty="0">
                  <a:solidFill>
                    <a:srgbClr val="FFB850"/>
                  </a:solidFill>
                  <a:latin typeface="Impact"/>
                  <a:ea typeface="Impact"/>
                  <a:cs typeface="Impact"/>
                  <a:sym typeface="Impact"/>
                </a:rPr>
                <a:t>02</a:t>
              </a:r>
              <a:endParaRPr sz="2800" dirty="0">
                <a:solidFill>
                  <a:srgbClr val="FFB850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</p:grpSp>
      <p:sp>
        <p:nvSpPr>
          <p:cNvPr id="201" name="Google Shape;201;p5">
            <a:extLst>
              <a:ext uri="{FF2B5EF4-FFF2-40B4-BE49-F238E27FC236}">
                <a16:creationId xmlns:a16="http://schemas.microsoft.com/office/drawing/2014/main" id="{11DC5201-46BF-2240-3AE1-B9789DDBD96D}"/>
              </a:ext>
            </a:extLst>
          </p:cNvPr>
          <p:cNvSpPr txBox="1"/>
          <p:nvPr/>
        </p:nvSpPr>
        <p:spPr>
          <a:xfrm>
            <a:off x="1450587" y="420532"/>
            <a:ext cx="690583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 err="1">
                <a:solidFill>
                  <a:srgbClr val="FFC000"/>
                </a:solidFill>
                <a:highlight>
                  <a:srgbClr val="00808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Mô</a:t>
            </a:r>
            <a:r>
              <a:rPr lang="en-US" sz="2800" b="1" dirty="0">
                <a:solidFill>
                  <a:srgbClr val="FFC000"/>
                </a:solidFill>
                <a:highlight>
                  <a:srgbClr val="00808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hình FW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DF2807-73A6-C03C-6667-AC9951119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5986" y="1122993"/>
            <a:ext cx="5780794" cy="538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912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2693</TotalTime>
  <Words>35</Words>
  <Application>Microsoft Office PowerPoint</Application>
  <PresentationFormat>Widescreen</PresentationFormat>
  <Paragraphs>16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Impact</vt:lpstr>
      <vt:lpstr>Times New Roman</vt:lpstr>
      <vt:lpstr>Arial</vt:lpstr>
      <vt:lpstr>Calibri</vt:lpstr>
      <vt:lpstr>Wingdings 3</vt:lpstr>
      <vt:lpstr>Trebuchet MS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Nguyễn Lộc</cp:lastModifiedBy>
  <cp:revision>35</cp:revision>
  <dcterms:created xsi:type="dcterms:W3CDTF">2020-08-07T13:14:06Z</dcterms:created>
  <dcterms:modified xsi:type="dcterms:W3CDTF">2024-12-10T15:04:36Z</dcterms:modified>
</cp:coreProperties>
</file>