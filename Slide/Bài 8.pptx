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6" r:id="rId1"/>
  </p:sldMasterIdLst>
  <p:notesMasterIdLst>
    <p:notesMasterId r:id="rId13"/>
  </p:notesMasterIdLst>
  <p:sldIdLst>
    <p:sldId id="256" r:id="rId2"/>
    <p:sldId id="257" r:id="rId3"/>
    <p:sldId id="260" r:id="rId4"/>
    <p:sldId id="267" r:id="rId5"/>
    <p:sldId id="261" r:id="rId6"/>
    <p:sldId id="268" r:id="rId7"/>
    <p:sldId id="269" r:id="rId8"/>
    <p:sldId id="262" r:id="rId9"/>
    <p:sldId id="270" r:id="rId10"/>
    <p:sldId id="271" r:id="rId11"/>
    <p:sldId id="264" r:id="rId12"/>
  </p:sldIdLst>
  <p:sldSz cx="12192000" cy="6858000"/>
  <p:notesSz cx="6858000" cy="9144000"/>
  <p:embeddedFontLst>
    <p:embeddedFont>
      <p:font typeface="Impact" panose="020B0806030902050204" pitchFamily="34" charset="0"/>
      <p:regular r:id="rId14"/>
    </p:embeddedFont>
    <p:embeddedFont>
      <p:font typeface="Trebuchet MS" panose="020B0603020202020204" pitchFamily="34" charset="0"/>
      <p:regular r:id="rId15"/>
      <p:bold r:id="rId16"/>
      <p:italic r:id="rId17"/>
      <p:boldItalic r:id="rId18"/>
    </p:embeddedFont>
    <p:embeddedFont>
      <p:font typeface="Wingdings 3" panose="05040102010807070707" pitchFamily="18" charset="2"/>
      <p:regular r:id="rId1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60" roundtripDataSignature="AMtx7mhrTw11pZgumZFE/jrXWOBqTLd87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91F6B73-016E-4EF7-82AD-10CAB8160629}">
  <a:tblStyle styleId="{791F6B73-016E-4EF7-82AD-10CAB816062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08" autoAdjust="0"/>
    <p:restoredTop sz="94660"/>
  </p:normalViewPr>
  <p:slideViewPr>
    <p:cSldViewPr snapToGrid="0">
      <p:cViewPr varScale="1">
        <p:scale>
          <a:sx n="103" d="100"/>
          <a:sy n="103" d="100"/>
        </p:scale>
        <p:origin x="894" y="11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16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162"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3.fntdata"/><Relationship Id="rId16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60"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6.fntdata"/><Relationship Id="rId16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0CBD0866-59EA-7FD8-6D81-B4391FDADBC7}"/>
            </a:ext>
          </a:extLst>
        </p:cNvPr>
        <p:cNvGrpSpPr/>
        <p:nvPr/>
      </p:nvGrpSpPr>
      <p:grpSpPr>
        <a:xfrm>
          <a:off x="0" y="0"/>
          <a:ext cx="0" cy="0"/>
          <a:chOff x="0" y="0"/>
          <a:chExt cx="0" cy="0"/>
        </a:xfrm>
      </p:grpSpPr>
      <p:sp>
        <p:nvSpPr>
          <p:cNvPr id="184" name="Google Shape;184;p5:notes">
            <a:extLst>
              <a:ext uri="{FF2B5EF4-FFF2-40B4-BE49-F238E27FC236}">
                <a16:creationId xmlns:a16="http://schemas.microsoft.com/office/drawing/2014/main" id="{D1AB83D5-BFC5-A93B-CB14-049027A669C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5:notes">
            <a:extLst>
              <a:ext uri="{FF2B5EF4-FFF2-40B4-BE49-F238E27FC236}">
                <a16:creationId xmlns:a16="http://schemas.microsoft.com/office/drawing/2014/main" id="{AE0287B4-DB37-73FC-AF2B-0812496CCA0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75176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5CB2DC24-8026-55B8-CA43-E964DE53A64E}"/>
            </a:ext>
          </a:extLst>
        </p:cNvPr>
        <p:cNvGrpSpPr/>
        <p:nvPr/>
      </p:nvGrpSpPr>
      <p:grpSpPr>
        <a:xfrm>
          <a:off x="0" y="0"/>
          <a:ext cx="0" cy="0"/>
          <a:chOff x="0" y="0"/>
          <a:chExt cx="0" cy="0"/>
        </a:xfrm>
      </p:grpSpPr>
      <p:sp>
        <p:nvSpPr>
          <p:cNvPr id="184" name="Google Shape;184;p5:notes">
            <a:extLst>
              <a:ext uri="{FF2B5EF4-FFF2-40B4-BE49-F238E27FC236}">
                <a16:creationId xmlns:a16="http://schemas.microsoft.com/office/drawing/2014/main" id="{FF28F591-4165-F8BF-083C-57C3F5B1DD5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5:notes">
            <a:extLst>
              <a:ext uri="{FF2B5EF4-FFF2-40B4-BE49-F238E27FC236}">
                <a16:creationId xmlns:a16="http://schemas.microsoft.com/office/drawing/2014/main" id="{0E35050C-F409-147E-0FC6-2202342442F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399821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E750A9F4-364C-345B-A268-DC1CD7A2B86E}"/>
            </a:ext>
          </a:extLst>
        </p:cNvPr>
        <p:cNvGrpSpPr/>
        <p:nvPr/>
      </p:nvGrpSpPr>
      <p:grpSpPr>
        <a:xfrm>
          <a:off x="0" y="0"/>
          <a:ext cx="0" cy="0"/>
          <a:chOff x="0" y="0"/>
          <a:chExt cx="0" cy="0"/>
        </a:xfrm>
      </p:grpSpPr>
      <p:sp>
        <p:nvSpPr>
          <p:cNvPr id="184" name="Google Shape;184;p5:notes">
            <a:extLst>
              <a:ext uri="{FF2B5EF4-FFF2-40B4-BE49-F238E27FC236}">
                <a16:creationId xmlns:a16="http://schemas.microsoft.com/office/drawing/2014/main" id="{F13B88E6-5BAE-8FE1-37AB-59360D34302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5:notes">
            <a:extLst>
              <a:ext uri="{FF2B5EF4-FFF2-40B4-BE49-F238E27FC236}">
                <a16:creationId xmlns:a16="http://schemas.microsoft.com/office/drawing/2014/main" id="{A23B062C-949A-64E4-0B8F-80C39EAEDB7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13533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CD3432CF-A512-91A1-83C9-CA310DCFA521}"/>
            </a:ext>
          </a:extLst>
        </p:cNvPr>
        <p:cNvGrpSpPr/>
        <p:nvPr/>
      </p:nvGrpSpPr>
      <p:grpSpPr>
        <a:xfrm>
          <a:off x="0" y="0"/>
          <a:ext cx="0" cy="0"/>
          <a:chOff x="0" y="0"/>
          <a:chExt cx="0" cy="0"/>
        </a:xfrm>
      </p:grpSpPr>
      <p:sp>
        <p:nvSpPr>
          <p:cNvPr id="184" name="Google Shape;184;p5:notes">
            <a:extLst>
              <a:ext uri="{FF2B5EF4-FFF2-40B4-BE49-F238E27FC236}">
                <a16:creationId xmlns:a16="http://schemas.microsoft.com/office/drawing/2014/main" id="{CB17B8FB-D988-1543-5A8E-5C3E8900BA5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5:notes">
            <a:extLst>
              <a:ext uri="{FF2B5EF4-FFF2-40B4-BE49-F238E27FC236}">
                <a16:creationId xmlns:a16="http://schemas.microsoft.com/office/drawing/2014/main" id="{335425DE-4740-70A5-40EB-7F550DE9068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07812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4F0CB980-4865-B9DE-A302-19DCD1E6F986}"/>
            </a:ext>
          </a:extLst>
        </p:cNvPr>
        <p:cNvGrpSpPr/>
        <p:nvPr/>
      </p:nvGrpSpPr>
      <p:grpSpPr>
        <a:xfrm>
          <a:off x="0" y="0"/>
          <a:ext cx="0" cy="0"/>
          <a:chOff x="0" y="0"/>
          <a:chExt cx="0" cy="0"/>
        </a:xfrm>
      </p:grpSpPr>
      <p:sp>
        <p:nvSpPr>
          <p:cNvPr id="184" name="Google Shape;184;p5:notes">
            <a:extLst>
              <a:ext uri="{FF2B5EF4-FFF2-40B4-BE49-F238E27FC236}">
                <a16:creationId xmlns:a16="http://schemas.microsoft.com/office/drawing/2014/main" id="{632E9F36-0EC8-3D28-1B51-70F94DC7D23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5:notes">
            <a:extLst>
              <a:ext uri="{FF2B5EF4-FFF2-40B4-BE49-F238E27FC236}">
                <a16:creationId xmlns:a16="http://schemas.microsoft.com/office/drawing/2014/main" id="{E32A1521-5CDC-D64A-76A2-1982F9AB5E5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088520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C91E4398-B6B7-5B38-C5A5-FA15520C0F62}"/>
            </a:ext>
          </a:extLst>
        </p:cNvPr>
        <p:cNvGrpSpPr/>
        <p:nvPr/>
      </p:nvGrpSpPr>
      <p:grpSpPr>
        <a:xfrm>
          <a:off x="0" y="0"/>
          <a:ext cx="0" cy="0"/>
          <a:chOff x="0" y="0"/>
          <a:chExt cx="0" cy="0"/>
        </a:xfrm>
      </p:grpSpPr>
      <p:sp>
        <p:nvSpPr>
          <p:cNvPr id="184" name="Google Shape;184;p5:notes">
            <a:extLst>
              <a:ext uri="{FF2B5EF4-FFF2-40B4-BE49-F238E27FC236}">
                <a16:creationId xmlns:a16="http://schemas.microsoft.com/office/drawing/2014/main" id="{3E3463B0-2E30-82E0-E0C2-81D06B4D0B2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5:notes">
            <a:extLst>
              <a:ext uri="{FF2B5EF4-FFF2-40B4-BE49-F238E27FC236}">
                <a16:creationId xmlns:a16="http://schemas.microsoft.com/office/drawing/2014/main" id="{5260E5C1-8053-812D-AC20-04D24906C96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2062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58CE3D3F-5609-D9CA-F9A3-EABD8AE349E3}"/>
            </a:ext>
          </a:extLst>
        </p:cNvPr>
        <p:cNvGrpSpPr/>
        <p:nvPr/>
      </p:nvGrpSpPr>
      <p:grpSpPr>
        <a:xfrm>
          <a:off x="0" y="0"/>
          <a:ext cx="0" cy="0"/>
          <a:chOff x="0" y="0"/>
          <a:chExt cx="0" cy="0"/>
        </a:xfrm>
      </p:grpSpPr>
      <p:sp>
        <p:nvSpPr>
          <p:cNvPr id="184" name="Google Shape;184;p5:notes">
            <a:extLst>
              <a:ext uri="{FF2B5EF4-FFF2-40B4-BE49-F238E27FC236}">
                <a16:creationId xmlns:a16="http://schemas.microsoft.com/office/drawing/2014/main" id="{530C47C0-905F-F6CF-ED02-7416DC61D11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5:notes">
            <a:extLst>
              <a:ext uri="{FF2B5EF4-FFF2-40B4-BE49-F238E27FC236}">
                <a16:creationId xmlns:a16="http://schemas.microsoft.com/office/drawing/2014/main" id="{EEB54981-97A9-E7AA-8BBE-20DB6095835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667015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78B098C8-FF38-998A-83D5-1F29DF7BA17F}"/>
            </a:ext>
          </a:extLst>
        </p:cNvPr>
        <p:cNvGrpSpPr/>
        <p:nvPr/>
      </p:nvGrpSpPr>
      <p:grpSpPr>
        <a:xfrm>
          <a:off x="0" y="0"/>
          <a:ext cx="0" cy="0"/>
          <a:chOff x="0" y="0"/>
          <a:chExt cx="0" cy="0"/>
        </a:xfrm>
      </p:grpSpPr>
      <p:sp>
        <p:nvSpPr>
          <p:cNvPr id="184" name="Google Shape;184;p5:notes">
            <a:extLst>
              <a:ext uri="{FF2B5EF4-FFF2-40B4-BE49-F238E27FC236}">
                <a16:creationId xmlns:a16="http://schemas.microsoft.com/office/drawing/2014/main" id="{5666C033-DD8F-F13B-9D2F-0339EEF29BE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5:notes">
            <a:extLst>
              <a:ext uri="{FF2B5EF4-FFF2-40B4-BE49-F238E27FC236}">
                <a16:creationId xmlns:a16="http://schemas.microsoft.com/office/drawing/2014/main" id="{C2A99128-5973-CDD2-44FE-EEB8514C508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71127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995693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60062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3206584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0673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5340469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165346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96162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93559332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38559581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97013031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39117024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0659609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1487414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43468065"/>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8207079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02104436"/>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763397001"/>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4" name="Google Shape;64;p1"/>
          <p:cNvSpPr txBox="1"/>
          <p:nvPr/>
        </p:nvSpPr>
        <p:spPr>
          <a:xfrm>
            <a:off x="1676400" y="2819400"/>
            <a:ext cx="8915400" cy="9233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6000" b="0" i="0" u="none" strike="noStrike" cap="none" dirty="0">
                <a:solidFill>
                  <a:srgbClr val="154A8D"/>
                </a:solidFill>
                <a:latin typeface="Arial"/>
                <a:ea typeface="Arial"/>
                <a:cs typeface="Arial"/>
                <a:sym typeface="Arial"/>
              </a:rPr>
              <a:t>Java Backend</a:t>
            </a:r>
            <a:endParaRPr sz="6000" b="0" i="0" u="none" strike="noStrike" cap="none" dirty="0">
              <a:solidFill>
                <a:srgbClr val="154A8D"/>
              </a:solidFill>
              <a:latin typeface="Arial"/>
              <a:ea typeface="Arial"/>
              <a:cs typeface="Arial"/>
              <a:sym typeface="Arial"/>
            </a:endParaRPr>
          </a:p>
        </p:txBody>
      </p:sp>
      <p:pic>
        <p:nvPicPr>
          <p:cNvPr id="66" name="Google Shape;66;p1"/>
          <p:cNvPicPr preferRelativeResize="0"/>
          <p:nvPr/>
        </p:nvPicPr>
        <p:blipFill rotWithShape="1">
          <a:blip r:embed="rId3">
            <a:alphaModFix/>
          </a:blip>
          <a:srcRect/>
          <a:stretch/>
        </p:blipFill>
        <p:spPr>
          <a:xfrm>
            <a:off x="5162022" y="914400"/>
            <a:ext cx="7445124" cy="5029200"/>
          </a:xfrm>
          <a:prstGeom prst="rect">
            <a:avLst/>
          </a:prstGeom>
          <a:noFill/>
          <a:ln>
            <a:noFill/>
          </a:ln>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grpSp>
        <p:nvGrpSpPr>
          <p:cNvPr id="75" name="Google Shape;75;p2"/>
          <p:cNvGrpSpPr/>
          <p:nvPr/>
        </p:nvGrpSpPr>
        <p:grpSpPr>
          <a:xfrm>
            <a:off x="358627" y="2689935"/>
            <a:ext cx="1930140" cy="1756753"/>
            <a:chOff x="2553093" y="952901"/>
            <a:chExt cx="2096908" cy="1866900"/>
          </a:xfrm>
        </p:grpSpPr>
        <p:sp>
          <p:nvSpPr>
            <p:cNvPr id="76" name="Google Shape;76;p2"/>
            <p:cNvSpPr/>
            <p:nvPr/>
          </p:nvSpPr>
          <p:spPr>
            <a:xfrm>
              <a:off x="2553093" y="952901"/>
              <a:ext cx="1866900" cy="1866900"/>
            </a:xfrm>
            <a:prstGeom prst="ellipse">
              <a:avLst/>
            </a:prstGeom>
            <a:gradFill>
              <a:gsLst>
                <a:gs pos="0">
                  <a:srgbClr val="F5F5F5"/>
                </a:gs>
                <a:gs pos="100000">
                  <a:srgbClr val="D8D8D8"/>
                </a:gs>
              </a:gsLst>
              <a:lin ang="2700000" scaled="0"/>
            </a:gradFill>
            <a:ln w="2222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rgbClr val="FFFFFF"/>
                </a:solidFill>
                <a:latin typeface="Arial"/>
                <a:ea typeface="Arial"/>
                <a:cs typeface="Arial"/>
                <a:sym typeface="Arial"/>
              </a:endParaRPr>
            </a:p>
          </p:txBody>
        </p:sp>
        <p:sp>
          <p:nvSpPr>
            <p:cNvPr id="77" name="Google Shape;77;p2"/>
            <p:cNvSpPr/>
            <p:nvPr/>
          </p:nvSpPr>
          <p:spPr>
            <a:xfrm>
              <a:off x="3008704" y="1150504"/>
              <a:ext cx="1429346" cy="1429345"/>
            </a:xfrm>
            <a:prstGeom prst="ellipse">
              <a:avLst/>
            </a:prstGeom>
            <a:solidFill>
              <a:srgbClr val="F2F2F2"/>
            </a:solidFill>
            <a:ln w="22225"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rgbClr val="FFFFFF"/>
                </a:solidFill>
                <a:latin typeface="Arial"/>
                <a:ea typeface="Arial"/>
                <a:cs typeface="Arial"/>
                <a:sym typeface="Arial"/>
              </a:endParaRPr>
            </a:p>
          </p:txBody>
        </p:sp>
        <p:sp>
          <p:nvSpPr>
            <p:cNvPr id="78" name="Google Shape;78;p2"/>
            <p:cNvSpPr txBox="1"/>
            <p:nvPr/>
          </p:nvSpPr>
          <p:spPr>
            <a:xfrm>
              <a:off x="2783718" y="1324275"/>
              <a:ext cx="1866283" cy="127243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i="0" u="none" strike="noStrike" cap="none">
                  <a:solidFill>
                    <a:srgbClr val="663A77"/>
                  </a:solidFill>
                  <a:latin typeface="Times New Roman"/>
                  <a:ea typeface="Times New Roman"/>
                  <a:cs typeface="Times New Roman"/>
                  <a:sym typeface="Times New Roman"/>
                </a:rPr>
                <a:t>NỘI DUNG</a:t>
              </a:r>
              <a:endParaRPr sz="2800" b="1" i="0" u="none" strike="noStrike" cap="none">
                <a:solidFill>
                  <a:srgbClr val="663A77"/>
                </a:solidFill>
                <a:latin typeface="Times New Roman"/>
                <a:ea typeface="Times New Roman"/>
                <a:cs typeface="Times New Roman"/>
                <a:sym typeface="Times New Roman"/>
              </a:endParaRPr>
            </a:p>
          </p:txBody>
        </p:sp>
      </p:grpSp>
      <p:grpSp>
        <p:nvGrpSpPr>
          <p:cNvPr id="79" name="Google Shape;79;p2"/>
          <p:cNvGrpSpPr/>
          <p:nvPr/>
        </p:nvGrpSpPr>
        <p:grpSpPr>
          <a:xfrm>
            <a:off x="2139124" y="1571215"/>
            <a:ext cx="805150" cy="718592"/>
            <a:chOff x="3262497" y="1084626"/>
            <a:chExt cx="1126854" cy="958123"/>
          </a:xfrm>
        </p:grpSpPr>
        <p:grpSp>
          <p:nvGrpSpPr>
            <p:cNvPr id="80" name="Google Shape;80;p2"/>
            <p:cNvGrpSpPr/>
            <p:nvPr/>
          </p:nvGrpSpPr>
          <p:grpSpPr>
            <a:xfrm>
              <a:off x="3262497" y="1084626"/>
              <a:ext cx="1126854" cy="958123"/>
              <a:chOff x="2892834" y="1141776"/>
              <a:chExt cx="1126854" cy="958123"/>
            </a:xfrm>
          </p:grpSpPr>
          <p:sp>
            <p:nvSpPr>
              <p:cNvPr id="81" name="Google Shape;81;p2"/>
              <p:cNvSpPr/>
              <p:nvPr/>
            </p:nvSpPr>
            <p:spPr>
              <a:xfrm>
                <a:off x="2943363" y="1141776"/>
                <a:ext cx="1076325" cy="958123"/>
              </a:xfrm>
              <a:prstGeom prst="roundRect">
                <a:avLst>
                  <a:gd name="adj" fmla="val 13889"/>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82" name="Google Shape;82;p2"/>
              <p:cNvSpPr/>
              <p:nvPr/>
            </p:nvSpPr>
            <p:spPr>
              <a:xfrm>
                <a:off x="2892834" y="1178024"/>
                <a:ext cx="1063215" cy="901028"/>
              </a:xfrm>
              <a:prstGeom prst="roundRect">
                <a:avLst>
                  <a:gd name="adj" fmla="val 13889"/>
                </a:avLst>
              </a:prstGeom>
              <a:solidFill>
                <a:srgbClr val="FFB8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sp>
          <p:nvSpPr>
            <p:cNvPr id="83" name="Google Shape;83;p2"/>
            <p:cNvSpPr txBox="1"/>
            <p:nvPr/>
          </p:nvSpPr>
          <p:spPr>
            <a:xfrm>
              <a:off x="3266480" y="1209433"/>
              <a:ext cx="1030515" cy="6976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0" i="0" u="none" strike="noStrike" cap="none">
                  <a:solidFill>
                    <a:schemeClr val="lt1"/>
                  </a:solidFill>
                  <a:latin typeface="Impact"/>
                  <a:ea typeface="Impact"/>
                  <a:cs typeface="Impact"/>
                  <a:sym typeface="Impact"/>
                </a:rPr>
                <a:t>01</a:t>
              </a:r>
              <a:endParaRPr sz="2800" b="0" i="0" u="none" strike="noStrike" cap="none">
                <a:solidFill>
                  <a:schemeClr val="lt1"/>
                </a:solidFill>
                <a:latin typeface="Impact"/>
                <a:ea typeface="Impact"/>
                <a:cs typeface="Impact"/>
                <a:sym typeface="Impact"/>
              </a:endParaRPr>
            </a:p>
          </p:txBody>
        </p:sp>
      </p:grpSp>
      <p:grpSp>
        <p:nvGrpSpPr>
          <p:cNvPr id="84" name="Google Shape;84;p2"/>
          <p:cNvGrpSpPr/>
          <p:nvPr/>
        </p:nvGrpSpPr>
        <p:grpSpPr>
          <a:xfrm>
            <a:off x="2143179" y="2408314"/>
            <a:ext cx="801094" cy="803410"/>
            <a:chOff x="3142025" y="2335585"/>
            <a:chExt cx="1161462" cy="966191"/>
          </a:xfrm>
        </p:grpSpPr>
        <p:grpSp>
          <p:nvGrpSpPr>
            <p:cNvPr id="85" name="Google Shape;85;p2"/>
            <p:cNvGrpSpPr/>
            <p:nvPr/>
          </p:nvGrpSpPr>
          <p:grpSpPr>
            <a:xfrm>
              <a:off x="3155526" y="2335585"/>
              <a:ext cx="1147961" cy="966191"/>
              <a:chOff x="2785863" y="1141409"/>
              <a:chExt cx="1147961" cy="966191"/>
            </a:xfrm>
          </p:grpSpPr>
          <p:sp>
            <p:nvSpPr>
              <p:cNvPr id="86" name="Google Shape;86;p2"/>
              <p:cNvSpPr/>
              <p:nvPr/>
            </p:nvSpPr>
            <p:spPr>
              <a:xfrm>
                <a:off x="2857499" y="1149477"/>
                <a:ext cx="1076325" cy="958123"/>
              </a:xfrm>
              <a:prstGeom prst="roundRect">
                <a:avLst>
                  <a:gd name="adj" fmla="val 13889"/>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87" name="Google Shape;87;p2"/>
              <p:cNvSpPr/>
              <p:nvPr/>
            </p:nvSpPr>
            <p:spPr>
              <a:xfrm>
                <a:off x="2785863" y="1141409"/>
                <a:ext cx="1063215" cy="901028"/>
              </a:xfrm>
              <a:prstGeom prst="roundRect">
                <a:avLst>
                  <a:gd name="adj" fmla="val 13889"/>
                </a:avLst>
              </a:prstGeom>
              <a:solidFill>
                <a:srgbClr val="01ACB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sp>
          <p:nvSpPr>
            <p:cNvPr id="88" name="Google Shape;88;p2"/>
            <p:cNvSpPr txBox="1"/>
            <p:nvPr/>
          </p:nvSpPr>
          <p:spPr>
            <a:xfrm>
              <a:off x="3142025" y="2450258"/>
              <a:ext cx="1088129" cy="6292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0" i="0" u="none" strike="noStrike" cap="none">
                  <a:solidFill>
                    <a:schemeClr val="lt1"/>
                  </a:solidFill>
                  <a:latin typeface="Impact"/>
                  <a:ea typeface="Impact"/>
                  <a:cs typeface="Impact"/>
                  <a:sym typeface="Impact"/>
                </a:rPr>
                <a:t>02</a:t>
              </a:r>
              <a:endParaRPr sz="2800" b="0" i="0" u="none" strike="noStrike" cap="none">
                <a:solidFill>
                  <a:schemeClr val="lt1"/>
                </a:solidFill>
                <a:latin typeface="Impact"/>
                <a:ea typeface="Impact"/>
                <a:cs typeface="Impact"/>
                <a:sym typeface="Impact"/>
              </a:endParaRPr>
            </a:p>
          </p:txBody>
        </p:sp>
      </p:grpSp>
      <p:grpSp>
        <p:nvGrpSpPr>
          <p:cNvPr id="89" name="Google Shape;89;p2"/>
          <p:cNvGrpSpPr/>
          <p:nvPr/>
        </p:nvGrpSpPr>
        <p:grpSpPr>
          <a:xfrm>
            <a:off x="2116678" y="3258986"/>
            <a:ext cx="787200" cy="718592"/>
            <a:chOff x="3227162" y="3591385"/>
            <a:chExt cx="1089578" cy="958123"/>
          </a:xfrm>
        </p:grpSpPr>
        <p:grpSp>
          <p:nvGrpSpPr>
            <p:cNvPr id="90" name="Google Shape;90;p2"/>
            <p:cNvGrpSpPr/>
            <p:nvPr/>
          </p:nvGrpSpPr>
          <p:grpSpPr>
            <a:xfrm>
              <a:off x="3227162" y="3591385"/>
              <a:ext cx="1089578" cy="958123"/>
              <a:chOff x="2857499" y="1149477"/>
              <a:chExt cx="1089578" cy="958123"/>
            </a:xfrm>
          </p:grpSpPr>
          <p:sp>
            <p:nvSpPr>
              <p:cNvPr id="91" name="Google Shape;91;p2"/>
              <p:cNvSpPr/>
              <p:nvPr/>
            </p:nvSpPr>
            <p:spPr>
              <a:xfrm>
                <a:off x="2857499" y="1149477"/>
                <a:ext cx="1076325" cy="958123"/>
              </a:xfrm>
              <a:prstGeom prst="roundRect">
                <a:avLst>
                  <a:gd name="adj" fmla="val 13889"/>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92" name="Google Shape;92;p2"/>
              <p:cNvSpPr/>
              <p:nvPr/>
            </p:nvSpPr>
            <p:spPr>
              <a:xfrm>
                <a:off x="2883862" y="1159582"/>
                <a:ext cx="1063215" cy="901028"/>
              </a:xfrm>
              <a:prstGeom prst="roundRect">
                <a:avLst>
                  <a:gd name="adj" fmla="val 13889"/>
                </a:avLst>
              </a:prstGeom>
              <a:solidFill>
                <a:srgbClr val="E870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sp>
          <p:nvSpPr>
            <p:cNvPr id="93" name="Google Shape;93;p2"/>
            <p:cNvSpPr txBox="1"/>
            <p:nvPr/>
          </p:nvSpPr>
          <p:spPr>
            <a:xfrm>
              <a:off x="3250771" y="3701112"/>
              <a:ext cx="1030515" cy="6976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0" i="0" u="none" strike="noStrike" cap="none">
                  <a:solidFill>
                    <a:schemeClr val="lt1"/>
                  </a:solidFill>
                  <a:latin typeface="Impact"/>
                  <a:ea typeface="Impact"/>
                  <a:cs typeface="Impact"/>
                  <a:sym typeface="Impact"/>
                </a:rPr>
                <a:t>03</a:t>
              </a:r>
              <a:endParaRPr sz="2800" b="0" i="0" u="none" strike="noStrike" cap="none">
                <a:solidFill>
                  <a:schemeClr val="lt1"/>
                </a:solidFill>
                <a:latin typeface="Impact"/>
                <a:ea typeface="Impact"/>
                <a:cs typeface="Impact"/>
                <a:sym typeface="Impact"/>
              </a:endParaRPr>
            </a:p>
          </p:txBody>
        </p:sp>
      </p:grpSp>
      <p:grpSp>
        <p:nvGrpSpPr>
          <p:cNvPr id="99" name="Google Shape;99;p2"/>
          <p:cNvGrpSpPr/>
          <p:nvPr/>
        </p:nvGrpSpPr>
        <p:grpSpPr>
          <a:xfrm>
            <a:off x="3315327" y="1598401"/>
            <a:ext cx="6428734" cy="675771"/>
            <a:chOff x="4555084" y="1092328"/>
            <a:chExt cx="4697323" cy="1150809"/>
          </a:xfrm>
        </p:grpSpPr>
        <p:pic>
          <p:nvPicPr>
            <p:cNvPr id="100" name="Google Shape;100;p2"/>
            <p:cNvPicPr preferRelativeResize="0"/>
            <p:nvPr/>
          </p:nvPicPr>
          <p:blipFill rotWithShape="1">
            <a:blip r:embed="rId3">
              <a:alphaModFix/>
            </a:blip>
            <a:srcRect t="76775"/>
            <a:stretch/>
          </p:blipFill>
          <p:spPr>
            <a:xfrm>
              <a:off x="4926460" y="2041830"/>
              <a:ext cx="3646270" cy="201307"/>
            </a:xfrm>
            <a:prstGeom prst="rect">
              <a:avLst/>
            </a:prstGeom>
            <a:noFill/>
            <a:ln>
              <a:noFill/>
            </a:ln>
          </p:spPr>
        </p:pic>
        <p:grpSp>
          <p:nvGrpSpPr>
            <p:cNvPr id="101" name="Google Shape;101;p2"/>
            <p:cNvGrpSpPr/>
            <p:nvPr/>
          </p:nvGrpSpPr>
          <p:grpSpPr>
            <a:xfrm>
              <a:off x="4555084" y="1092328"/>
              <a:ext cx="4697323" cy="974451"/>
              <a:chOff x="4555084" y="1092328"/>
              <a:chExt cx="4697323" cy="974451"/>
            </a:xfrm>
          </p:grpSpPr>
          <p:pic>
            <p:nvPicPr>
              <p:cNvPr id="102" name="Google Shape;102;p2"/>
              <p:cNvPicPr preferRelativeResize="0"/>
              <p:nvPr/>
            </p:nvPicPr>
            <p:blipFill rotWithShape="1">
              <a:blip r:embed="rId3">
                <a:alphaModFix/>
              </a:blip>
              <a:srcRect t="76775"/>
              <a:stretch/>
            </p:blipFill>
            <p:spPr>
              <a:xfrm rot="-5400000">
                <a:off x="8600149" y="1414521"/>
                <a:ext cx="958122" cy="346394"/>
              </a:xfrm>
              <a:prstGeom prst="rect">
                <a:avLst/>
              </a:prstGeom>
              <a:noFill/>
              <a:ln>
                <a:noFill/>
              </a:ln>
            </p:spPr>
          </p:pic>
          <p:sp>
            <p:nvSpPr>
              <p:cNvPr id="103" name="Google Shape;103;p2"/>
              <p:cNvSpPr/>
              <p:nvPr/>
            </p:nvSpPr>
            <p:spPr>
              <a:xfrm>
                <a:off x="4555084" y="1092328"/>
                <a:ext cx="4389024" cy="958122"/>
              </a:xfrm>
              <a:prstGeom prst="roundRect">
                <a:avLst>
                  <a:gd name="adj" fmla="val 9218"/>
                </a:avLst>
              </a:prstGeom>
              <a:gradFill>
                <a:gsLst>
                  <a:gs pos="0">
                    <a:srgbClr val="FDFDFD"/>
                  </a:gs>
                  <a:gs pos="47000">
                    <a:srgbClr val="FDFDFD"/>
                  </a:gs>
                  <a:gs pos="52999">
                    <a:srgbClr val="E8E8E8"/>
                  </a:gs>
                  <a:gs pos="100000">
                    <a:srgbClr val="ECECEC"/>
                  </a:gs>
                </a:gsLst>
                <a:lin ang="5400000" scaled="0"/>
              </a:gradFill>
              <a:ln>
                <a:noFill/>
              </a:ln>
              <a:effectLst>
                <a:outerShdw blurRad="76200" dist="38100" dir="2700000" algn="tl" rotWithShape="0">
                  <a:srgbClr val="000000">
                    <a:alpha val="1372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grpSp>
      <p:grpSp>
        <p:nvGrpSpPr>
          <p:cNvPr id="104" name="Google Shape;104;p2"/>
          <p:cNvGrpSpPr/>
          <p:nvPr/>
        </p:nvGrpSpPr>
        <p:grpSpPr>
          <a:xfrm>
            <a:off x="3224702" y="2413585"/>
            <a:ext cx="6523831" cy="735609"/>
            <a:chOff x="4555084" y="2343654"/>
            <a:chExt cx="4697324" cy="1145415"/>
          </a:xfrm>
        </p:grpSpPr>
        <p:pic>
          <p:nvPicPr>
            <p:cNvPr id="105" name="Google Shape;105;p2"/>
            <p:cNvPicPr preferRelativeResize="0"/>
            <p:nvPr/>
          </p:nvPicPr>
          <p:blipFill rotWithShape="1">
            <a:blip r:embed="rId3">
              <a:alphaModFix/>
            </a:blip>
            <a:srcRect t="76775"/>
            <a:stretch/>
          </p:blipFill>
          <p:spPr>
            <a:xfrm>
              <a:off x="4926460" y="3287762"/>
              <a:ext cx="3646270" cy="201307"/>
            </a:xfrm>
            <a:prstGeom prst="rect">
              <a:avLst/>
            </a:prstGeom>
            <a:noFill/>
            <a:ln>
              <a:noFill/>
            </a:ln>
          </p:spPr>
        </p:pic>
        <p:grpSp>
          <p:nvGrpSpPr>
            <p:cNvPr id="106" name="Google Shape;106;p2"/>
            <p:cNvGrpSpPr/>
            <p:nvPr/>
          </p:nvGrpSpPr>
          <p:grpSpPr>
            <a:xfrm>
              <a:off x="4555084" y="2343654"/>
              <a:ext cx="4697324" cy="974451"/>
              <a:chOff x="4555084" y="2343654"/>
              <a:chExt cx="4697324" cy="974451"/>
            </a:xfrm>
          </p:grpSpPr>
          <p:pic>
            <p:nvPicPr>
              <p:cNvPr id="107" name="Google Shape;107;p2"/>
              <p:cNvPicPr preferRelativeResize="0"/>
              <p:nvPr/>
            </p:nvPicPr>
            <p:blipFill rotWithShape="1">
              <a:blip r:embed="rId3">
                <a:alphaModFix/>
              </a:blip>
              <a:srcRect t="76775"/>
              <a:stretch/>
            </p:blipFill>
            <p:spPr>
              <a:xfrm rot="-5400000">
                <a:off x="8600150" y="2665847"/>
                <a:ext cx="958122" cy="346394"/>
              </a:xfrm>
              <a:prstGeom prst="rect">
                <a:avLst/>
              </a:prstGeom>
              <a:noFill/>
              <a:ln>
                <a:noFill/>
              </a:ln>
            </p:spPr>
          </p:pic>
          <p:sp>
            <p:nvSpPr>
              <p:cNvPr id="108" name="Google Shape;108;p2"/>
              <p:cNvSpPr/>
              <p:nvPr/>
            </p:nvSpPr>
            <p:spPr>
              <a:xfrm>
                <a:off x="4555084" y="2343654"/>
                <a:ext cx="4389024" cy="958122"/>
              </a:xfrm>
              <a:prstGeom prst="roundRect">
                <a:avLst>
                  <a:gd name="adj" fmla="val 9218"/>
                </a:avLst>
              </a:prstGeom>
              <a:gradFill>
                <a:gsLst>
                  <a:gs pos="0">
                    <a:srgbClr val="FDFDFD"/>
                  </a:gs>
                  <a:gs pos="47000">
                    <a:srgbClr val="FDFDFD"/>
                  </a:gs>
                  <a:gs pos="52999">
                    <a:srgbClr val="E8E8E8"/>
                  </a:gs>
                  <a:gs pos="100000">
                    <a:srgbClr val="ECECEC"/>
                  </a:gs>
                </a:gsLst>
                <a:lin ang="5400000" scaled="0"/>
              </a:gradFill>
              <a:ln>
                <a:noFill/>
              </a:ln>
              <a:effectLst>
                <a:outerShdw blurRad="76200" dist="38100" dir="2700000" algn="tl" rotWithShape="0">
                  <a:srgbClr val="000000">
                    <a:alpha val="1372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dirty="0">
                  <a:solidFill>
                    <a:schemeClr val="lt1"/>
                  </a:solidFill>
                  <a:latin typeface="Arial"/>
                  <a:ea typeface="Arial"/>
                  <a:cs typeface="Arial"/>
                  <a:sym typeface="Arial"/>
                </a:endParaRPr>
              </a:p>
            </p:txBody>
          </p:sp>
        </p:grpSp>
      </p:grpSp>
      <p:grpSp>
        <p:nvGrpSpPr>
          <p:cNvPr id="109" name="Google Shape;109;p2"/>
          <p:cNvGrpSpPr/>
          <p:nvPr/>
        </p:nvGrpSpPr>
        <p:grpSpPr>
          <a:xfrm>
            <a:off x="3227203" y="3260108"/>
            <a:ext cx="6521206" cy="682227"/>
            <a:chOff x="4555084" y="3594980"/>
            <a:chExt cx="4697325" cy="1150703"/>
          </a:xfrm>
        </p:grpSpPr>
        <p:pic>
          <p:nvPicPr>
            <p:cNvPr id="110" name="Google Shape;110;p2"/>
            <p:cNvPicPr preferRelativeResize="0"/>
            <p:nvPr/>
          </p:nvPicPr>
          <p:blipFill rotWithShape="1">
            <a:blip r:embed="rId3">
              <a:alphaModFix/>
            </a:blip>
            <a:srcRect t="76775"/>
            <a:stretch/>
          </p:blipFill>
          <p:spPr>
            <a:xfrm>
              <a:off x="4926460" y="4544376"/>
              <a:ext cx="3646270" cy="201307"/>
            </a:xfrm>
            <a:prstGeom prst="rect">
              <a:avLst/>
            </a:prstGeom>
            <a:noFill/>
            <a:ln>
              <a:noFill/>
            </a:ln>
          </p:spPr>
        </p:pic>
        <p:grpSp>
          <p:nvGrpSpPr>
            <p:cNvPr id="111" name="Google Shape;111;p2"/>
            <p:cNvGrpSpPr/>
            <p:nvPr/>
          </p:nvGrpSpPr>
          <p:grpSpPr>
            <a:xfrm>
              <a:off x="4555084" y="3594980"/>
              <a:ext cx="4697325" cy="974450"/>
              <a:chOff x="4555084" y="3594980"/>
              <a:chExt cx="4697325" cy="974450"/>
            </a:xfrm>
          </p:grpSpPr>
          <p:pic>
            <p:nvPicPr>
              <p:cNvPr id="112" name="Google Shape;112;p2"/>
              <p:cNvPicPr preferRelativeResize="0"/>
              <p:nvPr/>
            </p:nvPicPr>
            <p:blipFill rotWithShape="1">
              <a:blip r:embed="rId3">
                <a:alphaModFix/>
              </a:blip>
              <a:srcRect t="76775"/>
              <a:stretch/>
            </p:blipFill>
            <p:spPr>
              <a:xfrm rot="-5400000">
                <a:off x="8600151" y="3917172"/>
                <a:ext cx="958122" cy="346394"/>
              </a:xfrm>
              <a:prstGeom prst="rect">
                <a:avLst/>
              </a:prstGeom>
              <a:noFill/>
              <a:ln>
                <a:noFill/>
              </a:ln>
            </p:spPr>
          </p:pic>
          <p:sp>
            <p:nvSpPr>
              <p:cNvPr id="113" name="Google Shape;113;p2"/>
              <p:cNvSpPr/>
              <p:nvPr/>
            </p:nvSpPr>
            <p:spPr>
              <a:xfrm>
                <a:off x="4555084" y="3594980"/>
                <a:ext cx="4389024" cy="958122"/>
              </a:xfrm>
              <a:prstGeom prst="roundRect">
                <a:avLst>
                  <a:gd name="adj" fmla="val 9218"/>
                </a:avLst>
              </a:prstGeom>
              <a:gradFill>
                <a:gsLst>
                  <a:gs pos="0">
                    <a:srgbClr val="FDFDFD"/>
                  </a:gs>
                  <a:gs pos="47000">
                    <a:srgbClr val="FDFDFD"/>
                  </a:gs>
                  <a:gs pos="52999">
                    <a:srgbClr val="E8E8E8"/>
                  </a:gs>
                  <a:gs pos="100000">
                    <a:srgbClr val="ECECEC"/>
                  </a:gs>
                </a:gsLst>
                <a:lin ang="5400000" scaled="0"/>
              </a:gradFill>
              <a:ln>
                <a:noFill/>
              </a:ln>
              <a:effectLst>
                <a:outerShdw blurRad="76200" dist="38100" dir="2700000" algn="tl" rotWithShape="0">
                  <a:srgbClr val="000000">
                    <a:alpha val="1372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dirty="0">
                  <a:solidFill>
                    <a:schemeClr val="lt1"/>
                  </a:solidFill>
                  <a:latin typeface="Arial"/>
                  <a:ea typeface="Arial"/>
                  <a:cs typeface="Arial"/>
                  <a:sym typeface="Arial"/>
                </a:endParaRPr>
              </a:p>
            </p:txBody>
          </p:sp>
        </p:grpSp>
      </p:grpSp>
      <p:grpSp>
        <p:nvGrpSpPr>
          <p:cNvPr id="114" name="Google Shape;114;p2"/>
          <p:cNvGrpSpPr/>
          <p:nvPr/>
        </p:nvGrpSpPr>
        <p:grpSpPr>
          <a:xfrm>
            <a:off x="3287073" y="4082877"/>
            <a:ext cx="6504673" cy="675771"/>
            <a:chOff x="4555085" y="4807551"/>
            <a:chExt cx="4697323" cy="974449"/>
          </a:xfrm>
        </p:grpSpPr>
        <p:pic>
          <p:nvPicPr>
            <p:cNvPr id="115" name="Google Shape;115;p2"/>
            <p:cNvPicPr preferRelativeResize="0"/>
            <p:nvPr/>
          </p:nvPicPr>
          <p:blipFill rotWithShape="1">
            <a:blip r:embed="rId3">
              <a:alphaModFix/>
            </a:blip>
            <a:srcRect t="76775"/>
            <a:stretch/>
          </p:blipFill>
          <p:spPr>
            <a:xfrm>
              <a:off x="4873327" y="5580404"/>
              <a:ext cx="3646270" cy="201307"/>
            </a:xfrm>
            <a:prstGeom prst="rect">
              <a:avLst/>
            </a:prstGeom>
            <a:noFill/>
            <a:ln>
              <a:noFill/>
            </a:ln>
          </p:spPr>
        </p:pic>
        <p:grpSp>
          <p:nvGrpSpPr>
            <p:cNvPr id="116" name="Google Shape;116;p2"/>
            <p:cNvGrpSpPr/>
            <p:nvPr/>
          </p:nvGrpSpPr>
          <p:grpSpPr>
            <a:xfrm>
              <a:off x="4555085" y="4807551"/>
              <a:ext cx="4697323" cy="974449"/>
              <a:chOff x="4555085" y="4807551"/>
              <a:chExt cx="4697323" cy="974449"/>
            </a:xfrm>
          </p:grpSpPr>
          <p:pic>
            <p:nvPicPr>
              <p:cNvPr id="117" name="Google Shape;117;p2"/>
              <p:cNvPicPr preferRelativeResize="0"/>
              <p:nvPr/>
            </p:nvPicPr>
            <p:blipFill rotWithShape="1">
              <a:blip r:embed="rId3">
                <a:alphaModFix/>
              </a:blip>
              <a:srcRect t="76775"/>
              <a:stretch/>
            </p:blipFill>
            <p:spPr>
              <a:xfrm rot="-5400000">
                <a:off x="8600150" y="5129743"/>
                <a:ext cx="958122" cy="346393"/>
              </a:xfrm>
              <a:prstGeom prst="rect">
                <a:avLst/>
              </a:prstGeom>
              <a:noFill/>
              <a:ln>
                <a:noFill/>
              </a:ln>
            </p:spPr>
          </p:pic>
          <p:sp>
            <p:nvSpPr>
              <p:cNvPr id="118" name="Google Shape;118;p2"/>
              <p:cNvSpPr/>
              <p:nvPr/>
            </p:nvSpPr>
            <p:spPr>
              <a:xfrm>
                <a:off x="4555085" y="4807551"/>
                <a:ext cx="4389024" cy="958122"/>
              </a:xfrm>
              <a:prstGeom prst="roundRect">
                <a:avLst>
                  <a:gd name="adj" fmla="val 9218"/>
                </a:avLst>
              </a:prstGeom>
              <a:gradFill>
                <a:gsLst>
                  <a:gs pos="0">
                    <a:srgbClr val="FDFDFD"/>
                  </a:gs>
                  <a:gs pos="47000">
                    <a:srgbClr val="FDFDFD"/>
                  </a:gs>
                  <a:gs pos="52999">
                    <a:srgbClr val="E8E8E8"/>
                  </a:gs>
                  <a:gs pos="100000">
                    <a:srgbClr val="ECECEC"/>
                  </a:gs>
                </a:gsLst>
                <a:lin ang="5400000" scaled="0"/>
              </a:gradFill>
              <a:ln>
                <a:noFill/>
              </a:ln>
              <a:effectLst>
                <a:outerShdw blurRad="76200" dist="38100" dir="2700000" algn="tl" rotWithShape="0">
                  <a:srgbClr val="000000">
                    <a:alpha val="1372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dirty="0">
                  <a:solidFill>
                    <a:schemeClr val="lt1"/>
                  </a:solidFill>
                  <a:latin typeface="Arial"/>
                  <a:ea typeface="Arial"/>
                  <a:cs typeface="Arial"/>
                  <a:sym typeface="Arial"/>
                </a:endParaRPr>
              </a:p>
            </p:txBody>
          </p:sp>
        </p:grpSp>
      </p:grpSp>
      <p:grpSp>
        <p:nvGrpSpPr>
          <p:cNvPr id="119" name="Google Shape;119;p2"/>
          <p:cNvGrpSpPr/>
          <p:nvPr/>
        </p:nvGrpSpPr>
        <p:grpSpPr>
          <a:xfrm>
            <a:off x="2784174" y="1598401"/>
            <a:ext cx="778013" cy="3199307"/>
            <a:chOff x="3971019" y="796001"/>
            <a:chExt cx="989404" cy="5338506"/>
          </a:xfrm>
        </p:grpSpPr>
        <p:sp>
          <p:nvSpPr>
            <p:cNvPr id="120" name="Google Shape;120;p2"/>
            <p:cNvSpPr/>
            <p:nvPr/>
          </p:nvSpPr>
          <p:spPr>
            <a:xfrm>
              <a:off x="4614031" y="796001"/>
              <a:ext cx="346392" cy="5287413"/>
            </a:xfrm>
            <a:prstGeom prst="rect">
              <a:avLst/>
            </a:prstGeom>
            <a:gradFill>
              <a:gsLst>
                <a:gs pos="0">
                  <a:srgbClr val="000000">
                    <a:alpha val="7843"/>
                  </a:srgbClr>
                </a:gs>
                <a:gs pos="100000">
                  <a:srgbClr val="F2F2F2">
                    <a:alpha val="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dirty="0">
                <a:solidFill>
                  <a:schemeClr val="lt1"/>
                </a:solidFill>
                <a:latin typeface="Arial"/>
                <a:ea typeface="Arial"/>
                <a:cs typeface="Arial"/>
                <a:sym typeface="Arial"/>
              </a:endParaRPr>
            </a:p>
          </p:txBody>
        </p:sp>
        <p:sp>
          <p:nvSpPr>
            <p:cNvPr id="121" name="Google Shape;121;p2"/>
            <p:cNvSpPr/>
            <p:nvPr/>
          </p:nvSpPr>
          <p:spPr>
            <a:xfrm>
              <a:off x="4178614" y="796001"/>
              <a:ext cx="452661" cy="5287413"/>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pic>
          <p:nvPicPr>
            <p:cNvPr id="122" name="Google Shape;122;p2"/>
            <p:cNvPicPr preferRelativeResize="0"/>
            <p:nvPr/>
          </p:nvPicPr>
          <p:blipFill rotWithShape="1">
            <a:blip r:embed="rId3">
              <a:alphaModFix/>
            </a:blip>
            <a:srcRect t="76775"/>
            <a:stretch/>
          </p:blipFill>
          <p:spPr>
            <a:xfrm rot="5400000">
              <a:off x="1404452" y="3362569"/>
              <a:ext cx="5338505" cy="205371"/>
            </a:xfrm>
            <a:prstGeom prst="rect">
              <a:avLst/>
            </a:prstGeom>
            <a:noFill/>
            <a:ln>
              <a:noFill/>
            </a:ln>
          </p:spPr>
        </p:pic>
        <p:sp>
          <p:nvSpPr>
            <p:cNvPr id="123" name="Google Shape;123;p2"/>
            <p:cNvSpPr/>
            <p:nvPr/>
          </p:nvSpPr>
          <p:spPr>
            <a:xfrm rot="10800000">
              <a:off x="4614203" y="796001"/>
              <a:ext cx="345594" cy="920797"/>
            </a:xfrm>
            <a:custGeom>
              <a:avLst/>
              <a:gdLst/>
              <a:ahLst/>
              <a:cxnLst/>
              <a:rect l="l" t="t" r="r" b="b"/>
              <a:pathLst>
                <a:path w="10092" h="10000" extrusionOk="0">
                  <a:moveTo>
                    <a:pt x="0" y="8736"/>
                  </a:moveTo>
                  <a:lnTo>
                    <a:pt x="10092" y="0"/>
                  </a:lnTo>
                  <a:lnTo>
                    <a:pt x="10092" y="10000"/>
                  </a:lnTo>
                  <a:lnTo>
                    <a:pt x="92" y="10000"/>
                  </a:lnTo>
                  <a:cubicBezTo>
                    <a:pt x="30" y="8875"/>
                    <a:pt x="62" y="9861"/>
                    <a:pt x="0" y="8736"/>
                  </a:cubicBezTo>
                  <a:close/>
                </a:path>
              </a:pathLst>
            </a:custGeom>
            <a:gradFill>
              <a:gsLst>
                <a:gs pos="0">
                  <a:srgbClr val="000000">
                    <a:alpha val="20784"/>
                  </a:srgbClr>
                </a:gs>
                <a:gs pos="100000">
                  <a:srgbClr val="F2F2F2">
                    <a:alpha val="0"/>
                  </a:srgbClr>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124" name="Google Shape;124;p2"/>
            <p:cNvSpPr/>
            <p:nvPr/>
          </p:nvSpPr>
          <p:spPr>
            <a:xfrm rot="5400000">
              <a:off x="4085362" y="2026910"/>
              <a:ext cx="1396262" cy="345868"/>
            </a:xfrm>
            <a:prstGeom prst="trapezoid">
              <a:avLst>
                <a:gd name="adj" fmla="val 173951"/>
              </a:avLst>
            </a:prstGeom>
            <a:gradFill>
              <a:gsLst>
                <a:gs pos="0">
                  <a:srgbClr val="F2F2F2">
                    <a:alpha val="0"/>
                  </a:srgbClr>
                </a:gs>
                <a:gs pos="100000">
                  <a:srgbClr val="000000">
                    <a:alpha val="20784"/>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125" name="Google Shape;125;p2"/>
            <p:cNvSpPr/>
            <p:nvPr/>
          </p:nvSpPr>
          <p:spPr>
            <a:xfrm rot="5400000">
              <a:off x="4085362" y="3275907"/>
              <a:ext cx="1396262" cy="345868"/>
            </a:xfrm>
            <a:prstGeom prst="trapezoid">
              <a:avLst>
                <a:gd name="adj" fmla="val 173951"/>
              </a:avLst>
            </a:prstGeom>
            <a:gradFill>
              <a:gsLst>
                <a:gs pos="0">
                  <a:srgbClr val="F2F2F2">
                    <a:alpha val="0"/>
                  </a:srgbClr>
                </a:gs>
                <a:gs pos="100000">
                  <a:srgbClr val="000000">
                    <a:alpha val="20784"/>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126" name="Google Shape;126;p2"/>
            <p:cNvSpPr/>
            <p:nvPr/>
          </p:nvSpPr>
          <p:spPr>
            <a:xfrm rot="5400000">
              <a:off x="4085362" y="4502881"/>
              <a:ext cx="1396262" cy="345868"/>
            </a:xfrm>
            <a:prstGeom prst="trapezoid">
              <a:avLst>
                <a:gd name="adj" fmla="val 173951"/>
              </a:avLst>
            </a:prstGeom>
            <a:gradFill>
              <a:gsLst>
                <a:gs pos="0">
                  <a:srgbClr val="F2F2F2">
                    <a:alpha val="0"/>
                  </a:srgbClr>
                </a:gs>
                <a:gs pos="100000">
                  <a:srgbClr val="000000">
                    <a:alpha val="20784"/>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127" name="Google Shape;127;p2"/>
            <p:cNvSpPr/>
            <p:nvPr/>
          </p:nvSpPr>
          <p:spPr>
            <a:xfrm flipH="1">
              <a:off x="4614203" y="5187950"/>
              <a:ext cx="345594" cy="895464"/>
            </a:xfrm>
            <a:custGeom>
              <a:avLst/>
              <a:gdLst/>
              <a:ahLst/>
              <a:cxnLst/>
              <a:rect l="l" t="t" r="r" b="b"/>
              <a:pathLst>
                <a:path w="10092" h="10000" extrusionOk="0">
                  <a:moveTo>
                    <a:pt x="0" y="8736"/>
                  </a:moveTo>
                  <a:lnTo>
                    <a:pt x="10092" y="0"/>
                  </a:lnTo>
                  <a:lnTo>
                    <a:pt x="10092" y="10000"/>
                  </a:lnTo>
                  <a:lnTo>
                    <a:pt x="92" y="10000"/>
                  </a:lnTo>
                  <a:cubicBezTo>
                    <a:pt x="30" y="8875"/>
                    <a:pt x="62" y="9861"/>
                    <a:pt x="0" y="8736"/>
                  </a:cubicBezTo>
                  <a:close/>
                </a:path>
              </a:pathLst>
            </a:custGeom>
            <a:gradFill>
              <a:gsLst>
                <a:gs pos="0">
                  <a:srgbClr val="000000">
                    <a:alpha val="20784"/>
                  </a:srgbClr>
                </a:gs>
                <a:gs pos="100000">
                  <a:srgbClr val="F2F2F2">
                    <a:alpha val="0"/>
                  </a:srgbClr>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sp>
        <p:nvSpPr>
          <p:cNvPr id="128" name="Google Shape;128;p2"/>
          <p:cNvSpPr txBox="1"/>
          <p:nvPr/>
        </p:nvSpPr>
        <p:spPr>
          <a:xfrm>
            <a:off x="3315326" y="1672543"/>
            <a:ext cx="530374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rgbClr val="FFC000"/>
                </a:solidFill>
                <a:latin typeface="Times New Roman"/>
                <a:ea typeface="Times New Roman"/>
                <a:cs typeface="Times New Roman"/>
                <a:sym typeface="Times New Roman"/>
              </a:rPr>
              <a:t>Spring Security</a:t>
            </a:r>
            <a:endParaRPr sz="2800" b="1" dirty="0">
              <a:solidFill>
                <a:srgbClr val="FFC000"/>
              </a:solidFill>
              <a:latin typeface="Times New Roman"/>
              <a:ea typeface="Times New Roman"/>
              <a:cs typeface="Times New Roman"/>
              <a:sym typeface="Times New Roman"/>
            </a:endParaRPr>
          </a:p>
        </p:txBody>
      </p:sp>
      <p:sp>
        <p:nvSpPr>
          <p:cNvPr id="129" name="Google Shape;129;p2"/>
          <p:cNvSpPr/>
          <p:nvPr/>
        </p:nvSpPr>
        <p:spPr>
          <a:xfrm>
            <a:off x="3321731" y="2471629"/>
            <a:ext cx="5413511" cy="523180"/>
          </a:xfrm>
          <a:prstGeom prst="rect">
            <a:avLst/>
          </a:prstGeom>
          <a:noFill/>
          <a:ln>
            <a:noFill/>
          </a:ln>
        </p:spPr>
        <p:txBody>
          <a:bodyPr spcFirstLastPara="1" wrap="square" lIns="91425" tIns="45700" rIns="91425" bIns="45700" anchor="t" anchorCtr="0">
            <a:spAutoFit/>
          </a:bodyPr>
          <a:lstStyle/>
          <a:p>
            <a:pPr lvl="0"/>
            <a:r>
              <a:rPr lang="en-US" sz="2800" b="1" dirty="0">
                <a:solidFill>
                  <a:srgbClr val="01ACBE"/>
                </a:solidFill>
                <a:latin typeface="Times New Roman"/>
                <a:ea typeface="Times New Roman"/>
                <a:cs typeface="Times New Roman"/>
                <a:sym typeface="Times New Roman"/>
              </a:rPr>
              <a:t>Authentication + Authorization</a:t>
            </a:r>
            <a:endParaRPr sz="2800" b="1" dirty="0">
              <a:solidFill>
                <a:srgbClr val="01ACBE"/>
              </a:solidFill>
              <a:latin typeface="Times New Roman"/>
              <a:ea typeface="Times New Roman"/>
              <a:cs typeface="Times New Roman"/>
              <a:sym typeface="Times New Roman"/>
            </a:endParaRPr>
          </a:p>
        </p:txBody>
      </p:sp>
      <p:sp>
        <p:nvSpPr>
          <p:cNvPr id="131" name="Google Shape;131;p2"/>
          <p:cNvSpPr/>
          <p:nvPr/>
        </p:nvSpPr>
        <p:spPr>
          <a:xfrm>
            <a:off x="3287721" y="4151054"/>
            <a:ext cx="4595959"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rgbClr val="663A77"/>
                </a:solidFill>
                <a:latin typeface="Times New Roman"/>
                <a:ea typeface="Times New Roman"/>
                <a:cs typeface="Times New Roman"/>
                <a:sym typeface="Times New Roman"/>
              </a:rPr>
              <a:t> </a:t>
            </a:r>
            <a:endParaRPr sz="2800" b="1" dirty="0">
              <a:solidFill>
                <a:srgbClr val="663A77"/>
              </a:solidFill>
              <a:latin typeface="Times New Roman"/>
              <a:ea typeface="Times New Roman"/>
              <a:cs typeface="Times New Roman"/>
              <a:sym typeface="Times New Roman"/>
            </a:endParaRPr>
          </a:p>
        </p:txBody>
      </p:sp>
      <p:grpSp>
        <p:nvGrpSpPr>
          <p:cNvPr id="132" name="Google Shape;132;p2"/>
          <p:cNvGrpSpPr/>
          <p:nvPr/>
        </p:nvGrpSpPr>
        <p:grpSpPr>
          <a:xfrm>
            <a:off x="2115695" y="4074674"/>
            <a:ext cx="788184" cy="723034"/>
            <a:chOff x="2957626" y="3769915"/>
            <a:chExt cx="1113652" cy="964046"/>
          </a:xfrm>
        </p:grpSpPr>
        <p:grpSp>
          <p:nvGrpSpPr>
            <p:cNvPr id="133" name="Google Shape;133;p2"/>
            <p:cNvGrpSpPr/>
            <p:nvPr/>
          </p:nvGrpSpPr>
          <p:grpSpPr>
            <a:xfrm>
              <a:off x="2957626" y="3769915"/>
              <a:ext cx="1113652" cy="964046"/>
              <a:chOff x="2587963" y="111843"/>
              <a:chExt cx="1113652" cy="964046"/>
            </a:xfrm>
          </p:grpSpPr>
          <p:sp>
            <p:nvSpPr>
              <p:cNvPr id="134" name="Google Shape;134;p2"/>
              <p:cNvSpPr/>
              <p:nvPr/>
            </p:nvSpPr>
            <p:spPr>
              <a:xfrm>
                <a:off x="2587963" y="117766"/>
                <a:ext cx="1076325" cy="958123"/>
              </a:xfrm>
              <a:prstGeom prst="roundRect">
                <a:avLst>
                  <a:gd name="adj" fmla="val 13889"/>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chemeClr val="lt1"/>
                  </a:solidFill>
                  <a:latin typeface="Arial"/>
                  <a:ea typeface="Arial"/>
                  <a:cs typeface="Arial"/>
                  <a:sym typeface="Arial"/>
                </a:endParaRPr>
              </a:p>
            </p:txBody>
          </p:sp>
          <p:sp>
            <p:nvSpPr>
              <p:cNvPr id="135" name="Google Shape;135;p2"/>
              <p:cNvSpPr/>
              <p:nvPr/>
            </p:nvSpPr>
            <p:spPr>
              <a:xfrm>
                <a:off x="2638400" y="111843"/>
                <a:ext cx="1063215" cy="901028"/>
              </a:xfrm>
              <a:prstGeom prst="roundRect">
                <a:avLst>
                  <a:gd name="adj" fmla="val 13889"/>
                </a:avLst>
              </a:prstGeom>
              <a:solidFill>
                <a:srgbClr val="663A7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chemeClr val="lt1"/>
                  </a:solidFill>
                  <a:latin typeface="Arial"/>
                  <a:ea typeface="Arial"/>
                  <a:cs typeface="Arial"/>
                  <a:sym typeface="Arial"/>
                </a:endParaRPr>
              </a:p>
            </p:txBody>
          </p:sp>
        </p:grpSp>
        <p:sp>
          <p:nvSpPr>
            <p:cNvPr id="136" name="Google Shape;136;p2"/>
            <p:cNvSpPr txBox="1"/>
            <p:nvPr/>
          </p:nvSpPr>
          <p:spPr>
            <a:xfrm>
              <a:off x="3008886" y="3882010"/>
              <a:ext cx="1030514" cy="6976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chemeClr val="lt1"/>
                  </a:solidFill>
                  <a:latin typeface="Impact"/>
                  <a:ea typeface="Impact"/>
                  <a:cs typeface="Impact"/>
                  <a:sym typeface="Impact"/>
                </a:rPr>
                <a:t>04</a:t>
              </a:r>
              <a:endParaRPr sz="2800">
                <a:solidFill>
                  <a:schemeClr val="lt1"/>
                </a:solidFill>
                <a:latin typeface="Impact"/>
                <a:ea typeface="Impact"/>
                <a:cs typeface="Impact"/>
                <a:sym typeface="Impact"/>
              </a:endParaRPr>
            </a:p>
          </p:txBody>
        </p:sp>
      </p:grpSp>
      <p:sp>
        <p:nvSpPr>
          <p:cNvPr id="2" name="Google Shape;129;p2">
            <a:extLst>
              <a:ext uri="{FF2B5EF4-FFF2-40B4-BE49-F238E27FC236}">
                <a16:creationId xmlns:a16="http://schemas.microsoft.com/office/drawing/2014/main" id="{859E21FA-6F72-BF26-BDC1-D4107831E554}"/>
              </a:ext>
            </a:extLst>
          </p:cNvPr>
          <p:cNvSpPr/>
          <p:nvPr/>
        </p:nvSpPr>
        <p:spPr>
          <a:xfrm>
            <a:off x="3287073" y="3230664"/>
            <a:ext cx="5413511" cy="523180"/>
          </a:xfrm>
          <a:prstGeom prst="rect">
            <a:avLst/>
          </a:prstGeom>
          <a:noFill/>
          <a:ln>
            <a:noFill/>
          </a:ln>
        </p:spPr>
        <p:txBody>
          <a:bodyPr spcFirstLastPara="1" wrap="square" lIns="91425" tIns="45700" rIns="91425" bIns="45700" anchor="t" anchorCtr="0">
            <a:spAutoFit/>
          </a:bodyPr>
          <a:lstStyle/>
          <a:p>
            <a:pPr lvl="0"/>
            <a:r>
              <a:rPr lang="vi-VN" sz="2800" b="1" dirty="0">
                <a:solidFill>
                  <a:srgbClr val="01ACBE"/>
                </a:solidFill>
                <a:latin typeface="Times New Roman"/>
                <a:ea typeface="Times New Roman"/>
                <a:cs typeface="Times New Roman"/>
                <a:sym typeface="Times New Roman"/>
              </a:rPr>
              <a:t>Session, Cookies và JWT</a:t>
            </a:r>
            <a:endParaRPr lang="en-US" sz="2800" b="1" dirty="0">
              <a:solidFill>
                <a:srgbClr val="01ACBE"/>
              </a:solidFill>
              <a:latin typeface="Times New Roman"/>
              <a:ea typeface="Times New Roman"/>
              <a:cs typeface="Times New Roman"/>
              <a:sym typeface="Times New Roman"/>
            </a:endParaRPr>
          </a:p>
        </p:txBody>
      </p:sp>
      <p:sp>
        <p:nvSpPr>
          <p:cNvPr id="3" name="Google Shape;129;p2">
            <a:extLst>
              <a:ext uri="{FF2B5EF4-FFF2-40B4-BE49-F238E27FC236}">
                <a16:creationId xmlns:a16="http://schemas.microsoft.com/office/drawing/2014/main" id="{F2CDB9D9-D56B-F160-A286-1C423827F8CD}"/>
              </a:ext>
            </a:extLst>
          </p:cNvPr>
          <p:cNvSpPr/>
          <p:nvPr/>
        </p:nvSpPr>
        <p:spPr>
          <a:xfrm>
            <a:off x="3350870" y="4086892"/>
            <a:ext cx="5413511" cy="523180"/>
          </a:xfrm>
          <a:prstGeom prst="rect">
            <a:avLst/>
          </a:prstGeom>
          <a:noFill/>
          <a:ln>
            <a:noFill/>
          </a:ln>
        </p:spPr>
        <p:txBody>
          <a:bodyPr spcFirstLastPara="1" wrap="square" lIns="91425" tIns="45700" rIns="91425" bIns="45700" anchor="t" anchorCtr="0">
            <a:spAutoFit/>
          </a:bodyPr>
          <a:lstStyle/>
          <a:p>
            <a:pPr lvl="0"/>
            <a:r>
              <a:rPr lang="en-US" sz="2800" b="1" dirty="0">
                <a:solidFill>
                  <a:srgbClr val="01ACBE"/>
                </a:solidFill>
                <a:latin typeface="Times New Roman"/>
                <a:ea typeface="Times New Roman"/>
                <a:cs typeface="Times New Roman"/>
                <a:sym typeface="Times New Roman"/>
              </a:rPr>
              <a:t>Kafka</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75"/>
                                        </p:tgtEl>
                                        <p:attrNameLst>
                                          <p:attrName>style.visibility</p:attrName>
                                        </p:attrNameLst>
                                      </p:cBhvr>
                                      <p:to>
                                        <p:strVal val="visible"/>
                                      </p:to>
                                    </p:set>
                                    <p:anim calcmode="lin" valueType="num">
                                      <p:cBhvr additive="base">
                                        <p:cTn id="7" dur="100"/>
                                        <p:tgtEl>
                                          <p:spTgt spid="75"/>
                                        </p:tgtEl>
                                        <p:attrNameLst>
                                          <p:attrName>ppt_w</p:attrName>
                                        </p:attrNameLst>
                                      </p:cBhvr>
                                      <p:tavLst>
                                        <p:tav tm="0">
                                          <p:val>
                                            <p:strVal val="0"/>
                                          </p:val>
                                        </p:tav>
                                        <p:tav tm="100000">
                                          <p:val>
                                            <p:strVal val="#ppt_w"/>
                                          </p:val>
                                        </p:tav>
                                      </p:tavLst>
                                    </p:anim>
                                    <p:anim calcmode="lin" valueType="num">
                                      <p:cBhvr additive="base">
                                        <p:cTn id="8" dur="100"/>
                                        <p:tgtEl>
                                          <p:spTgt spid="75"/>
                                        </p:tgtEl>
                                        <p:attrNameLst>
                                          <p:attrName>ppt_h</p:attrName>
                                        </p:attrNameLst>
                                      </p:cBhvr>
                                      <p:tavLst>
                                        <p:tav tm="0">
                                          <p:val>
                                            <p:strVal val="0"/>
                                          </p:val>
                                        </p:tav>
                                        <p:tav tm="100000">
                                          <p:val>
                                            <p:strVal val="#ppt_h"/>
                                          </p:val>
                                        </p:tav>
                                      </p:tavLst>
                                    </p:anim>
                                  </p:childTnLst>
                                </p:cTn>
                              </p:par>
                            </p:childTnLst>
                          </p:cTn>
                        </p:par>
                        <p:par>
                          <p:cTn id="9" fill="hold">
                            <p:stCondLst>
                              <p:cond delay="100"/>
                            </p:stCondLst>
                            <p:childTnLst>
                              <p:par>
                                <p:cTn id="10" presetID="10" presetClass="entr" presetSubtype="0" fill="hold" nodeType="afterEffect">
                                  <p:stCondLst>
                                    <p:cond delay="0"/>
                                  </p:stCondLst>
                                  <p:childTnLst>
                                    <p:set>
                                      <p:cBhvr>
                                        <p:cTn id="11" dur="1" fill="hold">
                                          <p:stCondLst>
                                            <p:cond delay="0"/>
                                          </p:stCondLst>
                                        </p:cTn>
                                        <p:tgtEl>
                                          <p:spTgt spid="119"/>
                                        </p:tgtEl>
                                        <p:attrNameLst>
                                          <p:attrName>style.visibility</p:attrName>
                                        </p:attrNameLst>
                                      </p:cBhvr>
                                      <p:to>
                                        <p:strVal val="visible"/>
                                      </p:to>
                                    </p:set>
                                    <p:animEffect transition="in" filter="fade">
                                      <p:cBhvr>
                                        <p:cTn id="12" dur="500"/>
                                        <p:tgtEl>
                                          <p:spTgt spid="119"/>
                                        </p:tgtEl>
                                      </p:cBhvr>
                                    </p:animEffect>
                                  </p:childTnLst>
                                </p:cTn>
                              </p:par>
                            </p:childTnLst>
                          </p:cTn>
                        </p:par>
                        <p:par>
                          <p:cTn id="13" fill="hold">
                            <p:stCondLst>
                              <p:cond delay="600"/>
                            </p:stCondLst>
                            <p:childTnLst>
                              <p:par>
                                <p:cTn id="14" presetID="10" presetClass="entr" presetSubtype="0" fill="hold" nodeType="afterEffect">
                                  <p:stCondLst>
                                    <p:cond delay="0"/>
                                  </p:stCondLst>
                                  <p:childTnLst>
                                    <p:set>
                                      <p:cBhvr>
                                        <p:cTn id="15" dur="1" fill="hold">
                                          <p:stCondLst>
                                            <p:cond delay="0"/>
                                          </p:stCondLst>
                                        </p:cTn>
                                        <p:tgtEl>
                                          <p:spTgt spid="79"/>
                                        </p:tgtEl>
                                        <p:attrNameLst>
                                          <p:attrName>style.visibility</p:attrName>
                                        </p:attrNameLst>
                                      </p:cBhvr>
                                      <p:to>
                                        <p:strVal val="visible"/>
                                      </p:to>
                                    </p:set>
                                    <p:animEffect transition="in" filter="fade">
                                      <p:cBhvr>
                                        <p:cTn id="16" dur="500"/>
                                        <p:tgtEl>
                                          <p:spTgt spid="79"/>
                                        </p:tgtEl>
                                      </p:cBhvr>
                                    </p:animEffect>
                                  </p:childTnLst>
                                </p:cTn>
                              </p:par>
                              <p:par>
                                <p:cTn id="17" presetID="10" presetClass="entr" presetSubtype="0" fill="hold" nodeType="withEffect">
                                  <p:stCondLst>
                                    <p:cond delay="0"/>
                                  </p:stCondLst>
                                  <p:childTnLst>
                                    <p:set>
                                      <p:cBhvr>
                                        <p:cTn id="18" dur="1" fill="hold">
                                          <p:stCondLst>
                                            <p:cond delay="0"/>
                                          </p:stCondLst>
                                        </p:cTn>
                                        <p:tgtEl>
                                          <p:spTgt spid="99"/>
                                        </p:tgtEl>
                                        <p:attrNameLst>
                                          <p:attrName>style.visibility</p:attrName>
                                        </p:attrNameLst>
                                      </p:cBhvr>
                                      <p:to>
                                        <p:strVal val="visible"/>
                                      </p:to>
                                    </p:set>
                                    <p:animEffect transition="in" filter="fade">
                                      <p:cBhvr>
                                        <p:cTn id="19" dur="500"/>
                                        <p:tgtEl>
                                          <p:spTgt spid="99"/>
                                        </p:tgtEl>
                                      </p:cBhvr>
                                    </p:animEffect>
                                  </p:childTnLst>
                                </p:cTn>
                              </p:par>
                            </p:childTnLst>
                          </p:cTn>
                        </p:par>
                        <p:par>
                          <p:cTn id="20" fill="hold">
                            <p:stCondLst>
                              <p:cond delay="1100"/>
                            </p:stCondLst>
                            <p:childTnLst>
                              <p:par>
                                <p:cTn id="21" presetID="10" presetClass="entr" presetSubtype="0" fill="hold" nodeType="afterEffect">
                                  <p:stCondLst>
                                    <p:cond delay="0"/>
                                  </p:stCondLst>
                                  <p:childTnLst>
                                    <p:set>
                                      <p:cBhvr>
                                        <p:cTn id="22" dur="1" fill="hold">
                                          <p:stCondLst>
                                            <p:cond delay="0"/>
                                          </p:stCondLst>
                                        </p:cTn>
                                        <p:tgtEl>
                                          <p:spTgt spid="84"/>
                                        </p:tgtEl>
                                        <p:attrNameLst>
                                          <p:attrName>style.visibility</p:attrName>
                                        </p:attrNameLst>
                                      </p:cBhvr>
                                      <p:to>
                                        <p:strVal val="visible"/>
                                      </p:to>
                                    </p:set>
                                    <p:animEffect transition="in" filter="fade">
                                      <p:cBhvr>
                                        <p:cTn id="23" dur="500"/>
                                        <p:tgtEl>
                                          <p:spTgt spid="84"/>
                                        </p:tgtEl>
                                      </p:cBhvr>
                                    </p:animEffect>
                                  </p:childTnLst>
                                </p:cTn>
                              </p:par>
                              <p:par>
                                <p:cTn id="24" presetID="10" presetClass="entr" presetSubtype="0" fill="hold" nodeType="withEffect">
                                  <p:stCondLst>
                                    <p:cond delay="0"/>
                                  </p:stCondLst>
                                  <p:childTnLst>
                                    <p:set>
                                      <p:cBhvr>
                                        <p:cTn id="25" dur="1" fill="hold">
                                          <p:stCondLst>
                                            <p:cond delay="0"/>
                                          </p:stCondLst>
                                        </p:cTn>
                                        <p:tgtEl>
                                          <p:spTgt spid="104"/>
                                        </p:tgtEl>
                                        <p:attrNameLst>
                                          <p:attrName>style.visibility</p:attrName>
                                        </p:attrNameLst>
                                      </p:cBhvr>
                                      <p:to>
                                        <p:strVal val="visible"/>
                                      </p:to>
                                    </p:set>
                                    <p:animEffect transition="in" filter="fade">
                                      <p:cBhvr>
                                        <p:cTn id="26" dur="500"/>
                                        <p:tgtEl>
                                          <p:spTgt spid="104"/>
                                        </p:tgtEl>
                                      </p:cBhvr>
                                    </p:animEffect>
                                  </p:childTnLst>
                                </p:cTn>
                              </p:par>
                            </p:childTnLst>
                          </p:cTn>
                        </p:par>
                        <p:par>
                          <p:cTn id="27" fill="hold">
                            <p:stCondLst>
                              <p:cond delay="1600"/>
                            </p:stCondLst>
                            <p:childTnLst>
                              <p:par>
                                <p:cTn id="28" presetID="10" presetClass="entr" presetSubtype="0" fill="hold" nodeType="afterEffect">
                                  <p:stCondLst>
                                    <p:cond delay="0"/>
                                  </p:stCondLst>
                                  <p:childTnLst>
                                    <p:set>
                                      <p:cBhvr>
                                        <p:cTn id="29" dur="1" fill="hold">
                                          <p:stCondLst>
                                            <p:cond delay="0"/>
                                          </p:stCondLst>
                                        </p:cTn>
                                        <p:tgtEl>
                                          <p:spTgt spid="89"/>
                                        </p:tgtEl>
                                        <p:attrNameLst>
                                          <p:attrName>style.visibility</p:attrName>
                                        </p:attrNameLst>
                                      </p:cBhvr>
                                      <p:to>
                                        <p:strVal val="visible"/>
                                      </p:to>
                                    </p:set>
                                    <p:animEffect transition="in" filter="fade">
                                      <p:cBhvr>
                                        <p:cTn id="30" dur="500"/>
                                        <p:tgtEl>
                                          <p:spTgt spid="89"/>
                                        </p:tgtEl>
                                      </p:cBhvr>
                                    </p:animEffect>
                                  </p:childTnLst>
                                </p:cTn>
                              </p:par>
                              <p:par>
                                <p:cTn id="31" presetID="10" presetClass="entr" presetSubtype="0" fill="hold" nodeType="withEffect">
                                  <p:stCondLst>
                                    <p:cond delay="0"/>
                                  </p:stCondLst>
                                  <p:childTnLst>
                                    <p:set>
                                      <p:cBhvr>
                                        <p:cTn id="32" dur="1" fill="hold">
                                          <p:stCondLst>
                                            <p:cond delay="0"/>
                                          </p:stCondLst>
                                        </p:cTn>
                                        <p:tgtEl>
                                          <p:spTgt spid="109"/>
                                        </p:tgtEl>
                                        <p:attrNameLst>
                                          <p:attrName>style.visibility</p:attrName>
                                        </p:attrNameLst>
                                      </p:cBhvr>
                                      <p:to>
                                        <p:strVal val="visible"/>
                                      </p:to>
                                    </p:set>
                                    <p:animEffect transition="in" filter="fade">
                                      <p:cBhvr>
                                        <p:cTn id="33" dur="500"/>
                                        <p:tgtEl>
                                          <p:spTgt spid="109"/>
                                        </p:tgtEl>
                                      </p:cBhvr>
                                    </p:animEffect>
                                  </p:childTnLst>
                                </p:cTn>
                              </p:par>
                              <p:par>
                                <p:cTn id="34" presetID="10" presetClass="entr" presetSubtype="0" fill="hold" nodeType="withEffect">
                                  <p:stCondLst>
                                    <p:cond delay="0"/>
                                  </p:stCondLst>
                                  <p:childTnLst>
                                    <p:set>
                                      <p:cBhvr>
                                        <p:cTn id="35" dur="1" fill="hold">
                                          <p:stCondLst>
                                            <p:cond delay="0"/>
                                          </p:stCondLst>
                                        </p:cTn>
                                        <p:tgtEl>
                                          <p:spTgt spid="114"/>
                                        </p:tgtEl>
                                        <p:attrNameLst>
                                          <p:attrName>style.visibility</p:attrName>
                                        </p:attrNameLst>
                                      </p:cBhvr>
                                      <p:to>
                                        <p:strVal val="visible"/>
                                      </p:to>
                                    </p:set>
                                    <p:animEffect transition="in" filter="fade">
                                      <p:cBhvr>
                                        <p:cTn id="36" dur="500"/>
                                        <p:tgtEl>
                                          <p:spTgt spid="114"/>
                                        </p:tgtEl>
                                      </p:cBhvr>
                                    </p:animEffect>
                                  </p:childTnLst>
                                </p:cTn>
                              </p:par>
                            </p:childTnLst>
                          </p:cTn>
                        </p:par>
                        <p:par>
                          <p:cTn id="37" fill="hold">
                            <p:stCondLst>
                              <p:cond delay="2100"/>
                            </p:stCondLst>
                            <p:childTnLst>
                              <p:par>
                                <p:cTn id="38" presetID="10" presetClass="entr" presetSubtype="0" fill="hold" nodeType="afterEffect">
                                  <p:stCondLst>
                                    <p:cond delay="0"/>
                                  </p:stCondLst>
                                  <p:childTnLst>
                                    <p:set>
                                      <p:cBhvr>
                                        <p:cTn id="39" dur="1" fill="hold">
                                          <p:stCondLst>
                                            <p:cond delay="0"/>
                                          </p:stCondLst>
                                        </p:cTn>
                                        <p:tgtEl>
                                          <p:spTgt spid="132"/>
                                        </p:tgtEl>
                                        <p:attrNameLst>
                                          <p:attrName>style.visibility</p:attrName>
                                        </p:attrNameLst>
                                      </p:cBhvr>
                                      <p:to>
                                        <p:strVal val="visible"/>
                                      </p:to>
                                    </p:set>
                                    <p:animEffect transition="in" filter="fade">
                                      <p:cBhvr>
                                        <p:cTn id="40" dur="5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grpSp>
        <p:nvGrpSpPr>
          <p:cNvPr id="190" name="Google Shape;190;p5"/>
          <p:cNvGrpSpPr/>
          <p:nvPr/>
        </p:nvGrpSpPr>
        <p:grpSpPr>
          <a:xfrm>
            <a:off x="1670730" y="1263299"/>
            <a:ext cx="8616270" cy="1007332"/>
            <a:chOff x="3129129" y="1121776"/>
            <a:chExt cx="5933741" cy="1171624"/>
          </a:xfrm>
        </p:grpSpPr>
        <p:sp>
          <p:nvSpPr>
            <p:cNvPr id="191" name="Google Shape;191;p5"/>
            <p:cNvSpPr/>
            <p:nvPr/>
          </p:nvSpPr>
          <p:spPr>
            <a:xfrm>
              <a:off x="3129129" y="1121776"/>
              <a:ext cx="5933741" cy="1171624"/>
            </a:xfrm>
            <a:prstGeom prst="roundRect">
              <a:avLst>
                <a:gd name="adj" fmla="val 50000"/>
              </a:avLst>
            </a:prstGeom>
            <a:solidFill>
              <a:srgbClr val="D8D8D8">
                <a:alpha val="49803"/>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sp>
          <p:nvSpPr>
            <p:cNvPr id="192" name="Google Shape;192;p5"/>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grpSp>
      <p:grpSp>
        <p:nvGrpSpPr>
          <p:cNvPr id="193" name="Google Shape;193;p5"/>
          <p:cNvGrpSpPr/>
          <p:nvPr/>
        </p:nvGrpSpPr>
        <p:grpSpPr>
          <a:xfrm>
            <a:off x="1782659" y="1240148"/>
            <a:ext cx="1674310" cy="1522886"/>
            <a:chOff x="3020983" y="881796"/>
            <a:chExt cx="2097410" cy="2097410"/>
          </a:xfrm>
        </p:grpSpPr>
        <p:grpSp>
          <p:nvGrpSpPr>
            <p:cNvPr id="194" name="Google Shape;194;p5"/>
            <p:cNvGrpSpPr/>
            <p:nvPr/>
          </p:nvGrpSpPr>
          <p:grpSpPr>
            <a:xfrm>
              <a:off x="3020983" y="881796"/>
              <a:ext cx="2097410" cy="2097410"/>
              <a:chOff x="3099689" y="1098878"/>
              <a:chExt cx="1995612" cy="1995615"/>
            </a:xfrm>
          </p:grpSpPr>
          <p:grpSp>
            <p:nvGrpSpPr>
              <p:cNvPr id="195" name="Google Shape;195;p5"/>
              <p:cNvGrpSpPr/>
              <p:nvPr/>
            </p:nvGrpSpPr>
            <p:grpSpPr>
              <a:xfrm>
                <a:off x="3099689" y="1098878"/>
                <a:ext cx="1995612" cy="1995615"/>
                <a:chOff x="6804316" y="2574806"/>
                <a:chExt cx="3585705" cy="3585705"/>
              </a:xfrm>
            </p:grpSpPr>
            <p:sp>
              <p:nvSpPr>
                <p:cNvPr id="196" name="Google Shape;196;p5"/>
                <p:cNvSpPr/>
                <p:nvPr/>
              </p:nvSpPr>
              <p:spPr>
                <a:xfrm rot="-2700000">
                  <a:off x="7501948" y="2927402"/>
                  <a:ext cx="2190440" cy="2880512"/>
                </a:xfrm>
                <a:custGeom>
                  <a:avLst/>
                  <a:gdLst/>
                  <a:ahLst/>
                  <a:cxnLst/>
                  <a:rect l="l" t="t" r="r" b="b"/>
                  <a:pathLst>
                    <a:path w="1696474" h="2070736" extrusionOk="0">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7" name="Google Shape;197;p5"/>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dist="88900" dir="2700000" algn="tl" rotWithShape="0">
                    <a:srgbClr val="494949">
                      <a:alpha val="2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8" name="Google Shape;198;p5"/>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199" name="Google Shape;199;p5"/>
              <p:cNvSpPr/>
              <p:nvPr/>
            </p:nvSpPr>
            <p:spPr>
              <a:xfrm>
                <a:off x="3222820" y="1148080"/>
                <a:ext cx="1284820" cy="1284821"/>
              </a:xfrm>
              <a:prstGeom prst="ellipse">
                <a:avLst/>
              </a:prstGeom>
              <a:solidFill>
                <a:schemeClr val="lt1">
                  <a:alpha val="13725"/>
                </a:schemeClr>
              </a:solidFill>
              <a:ln w="15875" cap="flat" cmpd="sng">
                <a:solidFill>
                  <a:schemeClr val="lt1"/>
                </a:solidFill>
                <a:prstDash val="solid"/>
                <a:miter lim="800000"/>
                <a:headEnd type="none" w="sm" len="sm"/>
                <a:tailEnd type="none" w="sm" len="sm"/>
              </a:ln>
              <a:effectLst>
                <a:outerShdw blurRad="215900" dist="88900" dir="2700000" algn="tl" rotWithShape="0">
                  <a:srgbClr val="000000">
                    <a:alpha val="1098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200" name="Google Shape;200;p5"/>
            <p:cNvSpPr txBox="1"/>
            <p:nvPr/>
          </p:nvSpPr>
          <p:spPr>
            <a:xfrm>
              <a:off x="3514455" y="1292811"/>
              <a:ext cx="774240" cy="720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FFB850"/>
                  </a:solidFill>
                  <a:latin typeface="Impact"/>
                  <a:ea typeface="Impact"/>
                  <a:cs typeface="Impact"/>
                  <a:sym typeface="Impact"/>
                </a:rPr>
                <a:t>01</a:t>
              </a:r>
              <a:endParaRPr sz="2800">
                <a:solidFill>
                  <a:srgbClr val="FFB850"/>
                </a:solidFill>
                <a:latin typeface="Impact"/>
                <a:ea typeface="Impact"/>
                <a:cs typeface="Impact"/>
                <a:sym typeface="Impact"/>
              </a:endParaRPr>
            </a:p>
          </p:txBody>
        </p:sp>
      </p:grpSp>
      <p:sp>
        <p:nvSpPr>
          <p:cNvPr id="201" name="Google Shape;201;p5"/>
          <p:cNvSpPr txBox="1"/>
          <p:nvPr/>
        </p:nvSpPr>
        <p:spPr>
          <a:xfrm>
            <a:off x="2980807" y="1521544"/>
            <a:ext cx="690583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dk1"/>
                </a:solidFill>
                <a:latin typeface="Times New Roman"/>
                <a:ea typeface="Times New Roman"/>
                <a:cs typeface="Times New Roman"/>
                <a:sym typeface="Times New Roman"/>
              </a:rPr>
              <a:t>Spring Security</a:t>
            </a:r>
            <a:endParaRPr sz="2800" b="1" dirty="0">
              <a:solidFill>
                <a:schemeClr val="dk1"/>
              </a:solidFill>
              <a:latin typeface="Times New Roman"/>
              <a:ea typeface="Times New Roman"/>
              <a:cs typeface="Times New Roman"/>
              <a:sym typeface="Times New Roman"/>
            </a:endParaRPr>
          </a:p>
        </p:txBody>
      </p:sp>
      <p:sp>
        <p:nvSpPr>
          <p:cNvPr id="202" name="Google Shape;202;p5"/>
          <p:cNvSpPr/>
          <p:nvPr/>
        </p:nvSpPr>
        <p:spPr>
          <a:xfrm>
            <a:off x="1670730" y="2505849"/>
            <a:ext cx="8616269" cy="3437751"/>
          </a:xfrm>
          <a:prstGeom prst="rect">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vi-VN" sz="2800" b="0" i="0" dirty="0">
                <a:solidFill>
                  <a:srgbClr val="222222"/>
                </a:solidFill>
                <a:effectLst/>
                <a:latin typeface="Times New Roman" panose="02020603050405020304" pitchFamily="18" charset="0"/>
                <a:cs typeface="Times New Roman" panose="02020603050405020304" pitchFamily="18" charset="0"/>
              </a:rPr>
              <a:t>Spring Security là một framework mạnh mẽ trong hệ sinh thái Spring, được thiết kế để cung cấp các giải pháp bảo mật toàn diện cho các ứng dụng Java. Nó giúp quản lý quyền truy cập, xác thực (authentication), và phân quyền (authorization) một cách dễ dàng và hiệu quả.</a:t>
            </a:r>
            <a:endParaRPr lang="vi-VN" sz="2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93"/>
                                        </p:tgtEl>
                                        <p:attrNameLst>
                                          <p:attrName>style.visibility</p:attrName>
                                        </p:attrNameLst>
                                      </p:cBhvr>
                                      <p:to>
                                        <p:strVal val="visible"/>
                                      </p:to>
                                    </p:set>
                                    <p:anim calcmode="lin" valueType="num">
                                      <p:cBhvr additive="base">
                                        <p:cTn id="7" dur="500"/>
                                        <p:tgtEl>
                                          <p:spTgt spid="193"/>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190"/>
                                        </p:tgtEl>
                                        <p:attrNameLst>
                                          <p:attrName>style.visibility</p:attrName>
                                        </p:attrNameLst>
                                      </p:cBhvr>
                                      <p:to>
                                        <p:strVal val="visible"/>
                                      </p:to>
                                    </p:set>
                                    <p:anim calcmode="lin" valueType="num">
                                      <p:cBhvr additive="base">
                                        <p:cTn id="10" dur="500"/>
                                        <p:tgtEl>
                                          <p:spTgt spid="19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6">
          <a:extLst>
            <a:ext uri="{FF2B5EF4-FFF2-40B4-BE49-F238E27FC236}">
              <a16:creationId xmlns:a16="http://schemas.microsoft.com/office/drawing/2014/main" id="{0E3B2F3E-D959-058D-47B1-B50179017F70}"/>
            </a:ext>
          </a:extLst>
        </p:cNvPr>
        <p:cNvGrpSpPr/>
        <p:nvPr/>
      </p:nvGrpSpPr>
      <p:grpSpPr>
        <a:xfrm>
          <a:off x="0" y="0"/>
          <a:ext cx="0" cy="0"/>
          <a:chOff x="0" y="0"/>
          <a:chExt cx="0" cy="0"/>
        </a:xfrm>
      </p:grpSpPr>
      <p:grpSp>
        <p:nvGrpSpPr>
          <p:cNvPr id="190" name="Google Shape;190;p5">
            <a:extLst>
              <a:ext uri="{FF2B5EF4-FFF2-40B4-BE49-F238E27FC236}">
                <a16:creationId xmlns:a16="http://schemas.microsoft.com/office/drawing/2014/main" id="{14F2AC1A-64E8-C36D-A847-4CDF6C8D3F50}"/>
              </a:ext>
            </a:extLst>
          </p:cNvPr>
          <p:cNvGrpSpPr/>
          <p:nvPr/>
        </p:nvGrpSpPr>
        <p:grpSpPr>
          <a:xfrm>
            <a:off x="1670730" y="1263299"/>
            <a:ext cx="8616270" cy="1007332"/>
            <a:chOff x="3129129" y="1121776"/>
            <a:chExt cx="5933741" cy="1171624"/>
          </a:xfrm>
        </p:grpSpPr>
        <p:sp>
          <p:nvSpPr>
            <p:cNvPr id="191" name="Google Shape;191;p5">
              <a:extLst>
                <a:ext uri="{FF2B5EF4-FFF2-40B4-BE49-F238E27FC236}">
                  <a16:creationId xmlns:a16="http://schemas.microsoft.com/office/drawing/2014/main" id="{8E84B466-F900-D231-0DB8-30A9B60F06D2}"/>
                </a:ext>
              </a:extLst>
            </p:cNvPr>
            <p:cNvSpPr/>
            <p:nvPr/>
          </p:nvSpPr>
          <p:spPr>
            <a:xfrm>
              <a:off x="3129129" y="1121776"/>
              <a:ext cx="5933741" cy="1171624"/>
            </a:xfrm>
            <a:prstGeom prst="roundRect">
              <a:avLst>
                <a:gd name="adj" fmla="val 50000"/>
              </a:avLst>
            </a:prstGeom>
            <a:solidFill>
              <a:srgbClr val="D8D8D8">
                <a:alpha val="49803"/>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sp>
          <p:nvSpPr>
            <p:cNvPr id="192" name="Google Shape;192;p5">
              <a:extLst>
                <a:ext uri="{FF2B5EF4-FFF2-40B4-BE49-F238E27FC236}">
                  <a16:creationId xmlns:a16="http://schemas.microsoft.com/office/drawing/2014/main" id="{3D5ABE4F-7559-1E68-0299-0850811405CE}"/>
                </a:ext>
              </a:extLst>
            </p:cNvPr>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grpSp>
      <p:grpSp>
        <p:nvGrpSpPr>
          <p:cNvPr id="193" name="Google Shape;193;p5">
            <a:extLst>
              <a:ext uri="{FF2B5EF4-FFF2-40B4-BE49-F238E27FC236}">
                <a16:creationId xmlns:a16="http://schemas.microsoft.com/office/drawing/2014/main" id="{EA9D6AD6-4CF9-BD32-0815-B23FB35AAF31}"/>
              </a:ext>
            </a:extLst>
          </p:cNvPr>
          <p:cNvGrpSpPr/>
          <p:nvPr/>
        </p:nvGrpSpPr>
        <p:grpSpPr>
          <a:xfrm>
            <a:off x="1782659" y="1240148"/>
            <a:ext cx="1674310" cy="1522886"/>
            <a:chOff x="3020983" y="881796"/>
            <a:chExt cx="2097410" cy="2097410"/>
          </a:xfrm>
        </p:grpSpPr>
        <p:grpSp>
          <p:nvGrpSpPr>
            <p:cNvPr id="194" name="Google Shape;194;p5">
              <a:extLst>
                <a:ext uri="{FF2B5EF4-FFF2-40B4-BE49-F238E27FC236}">
                  <a16:creationId xmlns:a16="http://schemas.microsoft.com/office/drawing/2014/main" id="{3A3FE08D-B8F5-6740-CB53-80841F270A3B}"/>
                </a:ext>
              </a:extLst>
            </p:cNvPr>
            <p:cNvGrpSpPr/>
            <p:nvPr/>
          </p:nvGrpSpPr>
          <p:grpSpPr>
            <a:xfrm>
              <a:off x="3020983" y="881796"/>
              <a:ext cx="2097410" cy="2097410"/>
              <a:chOff x="3099689" y="1098878"/>
              <a:chExt cx="1995612" cy="1995615"/>
            </a:xfrm>
          </p:grpSpPr>
          <p:grpSp>
            <p:nvGrpSpPr>
              <p:cNvPr id="195" name="Google Shape;195;p5">
                <a:extLst>
                  <a:ext uri="{FF2B5EF4-FFF2-40B4-BE49-F238E27FC236}">
                    <a16:creationId xmlns:a16="http://schemas.microsoft.com/office/drawing/2014/main" id="{8EA882A1-A2C8-621E-2C95-0B927E48FF69}"/>
                  </a:ext>
                </a:extLst>
              </p:cNvPr>
              <p:cNvGrpSpPr/>
              <p:nvPr/>
            </p:nvGrpSpPr>
            <p:grpSpPr>
              <a:xfrm>
                <a:off x="3099689" y="1098878"/>
                <a:ext cx="1995612" cy="1995615"/>
                <a:chOff x="6804316" y="2574806"/>
                <a:chExt cx="3585705" cy="3585705"/>
              </a:xfrm>
            </p:grpSpPr>
            <p:sp>
              <p:nvSpPr>
                <p:cNvPr id="196" name="Google Shape;196;p5">
                  <a:extLst>
                    <a:ext uri="{FF2B5EF4-FFF2-40B4-BE49-F238E27FC236}">
                      <a16:creationId xmlns:a16="http://schemas.microsoft.com/office/drawing/2014/main" id="{89DB5568-762B-1030-65B1-377D1013069E}"/>
                    </a:ext>
                  </a:extLst>
                </p:cNvPr>
                <p:cNvSpPr/>
                <p:nvPr/>
              </p:nvSpPr>
              <p:spPr>
                <a:xfrm rot="-2700000">
                  <a:off x="7501948" y="2927402"/>
                  <a:ext cx="2190440" cy="2880512"/>
                </a:xfrm>
                <a:custGeom>
                  <a:avLst/>
                  <a:gdLst/>
                  <a:ahLst/>
                  <a:cxnLst/>
                  <a:rect l="l" t="t" r="r" b="b"/>
                  <a:pathLst>
                    <a:path w="1696474" h="2070736" extrusionOk="0">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7" name="Google Shape;197;p5">
                  <a:extLst>
                    <a:ext uri="{FF2B5EF4-FFF2-40B4-BE49-F238E27FC236}">
                      <a16:creationId xmlns:a16="http://schemas.microsoft.com/office/drawing/2014/main" id="{BE3F2F67-7DFD-829C-6CA4-31A2402DF92F}"/>
                    </a:ext>
                  </a:extLst>
                </p:cNvPr>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dist="88900" dir="2700000" algn="tl" rotWithShape="0">
                    <a:srgbClr val="494949">
                      <a:alpha val="2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8" name="Google Shape;198;p5">
                  <a:extLst>
                    <a:ext uri="{FF2B5EF4-FFF2-40B4-BE49-F238E27FC236}">
                      <a16:creationId xmlns:a16="http://schemas.microsoft.com/office/drawing/2014/main" id="{998AA864-9A3B-443B-FD34-A17A5539E8E1}"/>
                    </a:ext>
                  </a:extLst>
                </p:cNvPr>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199" name="Google Shape;199;p5">
                <a:extLst>
                  <a:ext uri="{FF2B5EF4-FFF2-40B4-BE49-F238E27FC236}">
                    <a16:creationId xmlns:a16="http://schemas.microsoft.com/office/drawing/2014/main" id="{A6C9F5F5-29FA-A0A6-9C05-EA4AA3E93667}"/>
                  </a:ext>
                </a:extLst>
              </p:cNvPr>
              <p:cNvSpPr/>
              <p:nvPr/>
            </p:nvSpPr>
            <p:spPr>
              <a:xfrm>
                <a:off x="3222820" y="1148080"/>
                <a:ext cx="1284820" cy="1284821"/>
              </a:xfrm>
              <a:prstGeom prst="ellipse">
                <a:avLst/>
              </a:prstGeom>
              <a:solidFill>
                <a:schemeClr val="lt1">
                  <a:alpha val="13725"/>
                </a:schemeClr>
              </a:solidFill>
              <a:ln w="15875" cap="flat" cmpd="sng">
                <a:solidFill>
                  <a:schemeClr val="lt1"/>
                </a:solidFill>
                <a:prstDash val="solid"/>
                <a:miter lim="800000"/>
                <a:headEnd type="none" w="sm" len="sm"/>
                <a:tailEnd type="none" w="sm" len="sm"/>
              </a:ln>
              <a:effectLst>
                <a:outerShdw blurRad="215900" dist="88900" dir="2700000" algn="tl" rotWithShape="0">
                  <a:srgbClr val="000000">
                    <a:alpha val="1098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200" name="Google Shape;200;p5">
              <a:extLst>
                <a:ext uri="{FF2B5EF4-FFF2-40B4-BE49-F238E27FC236}">
                  <a16:creationId xmlns:a16="http://schemas.microsoft.com/office/drawing/2014/main" id="{8DB0F413-2B3B-422A-63BC-59857F62C6FE}"/>
                </a:ext>
              </a:extLst>
            </p:cNvPr>
            <p:cNvSpPr txBox="1"/>
            <p:nvPr/>
          </p:nvSpPr>
          <p:spPr>
            <a:xfrm>
              <a:off x="3514455" y="1292811"/>
              <a:ext cx="774240" cy="720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FFB850"/>
                  </a:solidFill>
                  <a:latin typeface="Impact"/>
                  <a:ea typeface="Impact"/>
                  <a:cs typeface="Impact"/>
                  <a:sym typeface="Impact"/>
                </a:rPr>
                <a:t>01</a:t>
              </a:r>
              <a:endParaRPr sz="2800">
                <a:solidFill>
                  <a:srgbClr val="FFB850"/>
                </a:solidFill>
                <a:latin typeface="Impact"/>
                <a:ea typeface="Impact"/>
                <a:cs typeface="Impact"/>
                <a:sym typeface="Impact"/>
              </a:endParaRPr>
            </a:p>
          </p:txBody>
        </p:sp>
      </p:grpSp>
      <p:sp>
        <p:nvSpPr>
          <p:cNvPr id="201" name="Google Shape;201;p5">
            <a:extLst>
              <a:ext uri="{FF2B5EF4-FFF2-40B4-BE49-F238E27FC236}">
                <a16:creationId xmlns:a16="http://schemas.microsoft.com/office/drawing/2014/main" id="{DAF192D8-D749-4D41-76EE-BCF86BA4CD20}"/>
              </a:ext>
            </a:extLst>
          </p:cNvPr>
          <p:cNvSpPr txBox="1"/>
          <p:nvPr/>
        </p:nvSpPr>
        <p:spPr>
          <a:xfrm>
            <a:off x="2980807" y="1521544"/>
            <a:ext cx="690583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dk1"/>
                </a:solidFill>
                <a:latin typeface="Times New Roman"/>
                <a:ea typeface="Times New Roman"/>
                <a:cs typeface="Times New Roman"/>
                <a:sym typeface="Times New Roman"/>
              </a:rPr>
              <a:t>Spring Security</a:t>
            </a:r>
            <a:endParaRPr sz="2800" b="1" dirty="0">
              <a:solidFill>
                <a:schemeClr val="dk1"/>
              </a:solidFill>
              <a:latin typeface="Times New Roman"/>
              <a:ea typeface="Times New Roman"/>
              <a:cs typeface="Times New Roman"/>
              <a:sym typeface="Times New Roman"/>
            </a:endParaRPr>
          </a:p>
        </p:txBody>
      </p:sp>
      <p:pic>
        <p:nvPicPr>
          <p:cNvPr id="1026" name="Picture 2" descr="Spring Security là gì">
            <a:extLst>
              <a:ext uri="{FF2B5EF4-FFF2-40B4-BE49-F238E27FC236}">
                <a16:creationId xmlns:a16="http://schemas.microsoft.com/office/drawing/2014/main" id="{7EC64EF8-8DC5-469A-A25D-5F8B86DA2A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2898" y="2559225"/>
            <a:ext cx="8126963" cy="37386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69523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93"/>
                                        </p:tgtEl>
                                        <p:attrNameLst>
                                          <p:attrName>style.visibility</p:attrName>
                                        </p:attrNameLst>
                                      </p:cBhvr>
                                      <p:to>
                                        <p:strVal val="visible"/>
                                      </p:to>
                                    </p:set>
                                    <p:anim calcmode="lin" valueType="num">
                                      <p:cBhvr additive="base">
                                        <p:cTn id="7" dur="500"/>
                                        <p:tgtEl>
                                          <p:spTgt spid="193"/>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190"/>
                                        </p:tgtEl>
                                        <p:attrNameLst>
                                          <p:attrName>style.visibility</p:attrName>
                                        </p:attrNameLst>
                                      </p:cBhvr>
                                      <p:to>
                                        <p:strVal val="visible"/>
                                      </p:to>
                                    </p:set>
                                    <p:anim calcmode="lin" valueType="num">
                                      <p:cBhvr additive="base">
                                        <p:cTn id="10" dur="500"/>
                                        <p:tgtEl>
                                          <p:spTgt spid="19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6">
          <a:extLst>
            <a:ext uri="{FF2B5EF4-FFF2-40B4-BE49-F238E27FC236}">
              <a16:creationId xmlns:a16="http://schemas.microsoft.com/office/drawing/2014/main" id="{C63AE550-75FF-625D-F6DB-893903872DB4}"/>
            </a:ext>
          </a:extLst>
        </p:cNvPr>
        <p:cNvGrpSpPr/>
        <p:nvPr/>
      </p:nvGrpSpPr>
      <p:grpSpPr>
        <a:xfrm>
          <a:off x="0" y="0"/>
          <a:ext cx="0" cy="0"/>
          <a:chOff x="0" y="0"/>
          <a:chExt cx="0" cy="0"/>
        </a:xfrm>
      </p:grpSpPr>
      <p:grpSp>
        <p:nvGrpSpPr>
          <p:cNvPr id="190" name="Google Shape;190;p5">
            <a:extLst>
              <a:ext uri="{FF2B5EF4-FFF2-40B4-BE49-F238E27FC236}">
                <a16:creationId xmlns:a16="http://schemas.microsoft.com/office/drawing/2014/main" id="{6CD42A5F-2E54-F217-32CD-E78B2BF6FB2B}"/>
              </a:ext>
            </a:extLst>
          </p:cNvPr>
          <p:cNvGrpSpPr/>
          <p:nvPr/>
        </p:nvGrpSpPr>
        <p:grpSpPr>
          <a:xfrm>
            <a:off x="1670730" y="1263299"/>
            <a:ext cx="8616270" cy="1007332"/>
            <a:chOff x="3129129" y="1121776"/>
            <a:chExt cx="5933741" cy="1171624"/>
          </a:xfrm>
        </p:grpSpPr>
        <p:sp>
          <p:nvSpPr>
            <p:cNvPr id="191" name="Google Shape;191;p5">
              <a:extLst>
                <a:ext uri="{FF2B5EF4-FFF2-40B4-BE49-F238E27FC236}">
                  <a16:creationId xmlns:a16="http://schemas.microsoft.com/office/drawing/2014/main" id="{D7289725-BD5B-6AB0-FEF8-01D06BF5C748}"/>
                </a:ext>
              </a:extLst>
            </p:cNvPr>
            <p:cNvSpPr/>
            <p:nvPr/>
          </p:nvSpPr>
          <p:spPr>
            <a:xfrm>
              <a:off x="3129129" y="1121776"/>
              <a:ext cx="5933741" cy="1171624"/>
            </a:xfrm>
            <a:prstGeom prst="roundRect">
              <a:avLst>
                <a:gd name="adj" fmla="val 50000"/>
              </a:avLst>
            </a:prstGeom>
            <a:solidFill>
              <a:srgbClr val="D8D8D8">
                <a:alpha val="49803"/>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sp>
          <p:nvSpPr>
            <p:cNvPr id="192" name="Google Shape;192;p5">
              <a:extLst>
                <a:ext uri="{FF2B5EF4-FFF2-40B4-BE49-F238E27FC236}">
                  <a16:creationId xmlns:a16="http://schemas.microsoft.com/office/drawing/2014/main" id="{CC9843F6-1C78-7EA7-8740-AEADDBB069E1}"/>
                </a:ext>
              </a:extLst>
            </p:cNvPr>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grpSp>
      <p:grpSp>
        <p:nvGrpSpPr>
          <p:cNvPr id="193" name="Google Shape;193;p5">
            <a:extLst>
              <a:ext uri="{FF2B5EF4-FFF2-40B4-BE49-F238E27FC236}">
                <a16:creationId xmlns:a16="http://schemas.microsoft.com/office/drawing/2014/main" id="{AEACE206-9F6F-405C-F04F-C6D41627AB34}"/>
              </a:ext>
            </a:extLst>
          </p:cNvPr>
          <p:cNvGrpSpPr/>
          <p:nvPr/>
        </p:nvGrpSpPr>
        <p:grpSpPr>
          <a:xfrm>
            <a:off x="1782659" y="1240148"/>
            <a:ext cx="1674310" cy="1522886"/>
            <a:chOff x="3020983" y="881796"/>
            <a:chExt cx="2097410" cy="2097410"/>
          </a:xfrm>
        </p:grpSpPr>
        <p:grpSp>
          <p:nvGrpSpPr>
            <p:cNvPr id="194" name="Google Shape;194;p5">
              <a:extLst>
                <a:ext uri="{FF2B5EF4-FFF2-40B4-BE49-F238E27FC236}">
                  <a16:creationId xmlns:a16="http://schemas.microsoft.com/office/drawing/2014/main" id="{6DBF4E99-7EB9-8883-E213-0582C46FDAB1}"/>
                </a:ext>
              </a:extLst>
            </p:cNvPr>
            <p:cNvGrpSpPr/>
            <p:nvPr/>
          </p:nvGrpSpPr>
          <p:grpSpPr>
            <a:xfrm>
              <a:off x="3020983" y="881796"/>
              <a:ext cx="2097410" cy="2097410"/>
              <a:chOff x="3099689" y="1098878"/>
              <a:chExt cx="1995612" cy="1995615"/>
            </a:xfrm>
          </p:grpSpPr>
          <p:grpSp>
            <p:nvGrpSpPr>
              <p:cNvPr id="195" name="Google Shape;195;p5">
                <a:extLst>
                  <a:ext uri="{FF2B5EF4-FFF2-40B4-BE49-F238E27FC236}">
                    <a16:creationId xmlns:a16="http://schemas.microsoft.com/office/drawing/2014/main" id="{42EC720A-2DC2-81B0-299F-E96EC7D69F9D}"/>
                  </a:ext>
                </a:extLst>
              </p:cNvPr>
              <p:cNvGrpSpPr/>
              <p:nvPr/>
            </p:nvGrpSpPr>
            <p:grpSpPr>
              <a:xfrm>
                <a:off x="3099689" y="1098878"/>
                <a:ext cx="1995612" cy="1995615"/>
                <a:chOff x="6804316" y="2574806"/>
                <a:chExt cx="3585705" cy="3585705"/>
              </a:xfrm>
            </p:grpSpPr>
            <p:sp>
              <p:nvSpPr>
                <p:cNvPr id="196" name="Google Shape;196;p5">
                  <a:extLst>
                    <a:ext uri="{FF2B5EF4-FFF2-40B4-BE49-F238E27FC236}">
                      <a16:creationId xmlns:a16="http://schemas.microsoft.com/office/drawing/2014/main" id="{315E151F-1491-1F95-A251-60E53331A5A7}"/>
                    </a:ext>
                  </a:extLst>
                </p:cNvPr>
                <p:cNvSpPr/>
                <p:nvPr/>
              </p:nvSpPr>
              <p:spPr>
                <a:xfrm rot="-2700000">
                  <a:off x="7501948" y="2927402"/>
                  <a:ext cx="2190440" cy="2880512"/>
                </a:xfrm>
                <a:custGeom>
                  <a:avLst/>
                  <a:gdLst/>
                  <a:ahLst/>
                  <a:cxnLst/>
                  <a:rect l="l" t="t" r="r" b="b"/>
                  <a:pathLst>
                    <a:path w="1696474" h="2070736" extrusionOk="0">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7" name="Google Shape;197;p5">
                  <a:extLst>
                    <a:ext uri="{FF2B5EF4-FFF2-40B4-BE49-F238E27FC236}">
                      <a16:creationId xmlns:a16="http://schemas.microsoft.com/office/drawing/2014/main" id="{A6BE1973-3B56-9736-23C6-45B2F5A3A365}"/>
                    </a:ext>
                  </a:extLst>
                </p:cNvPr>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dist="88900" dir="2700000" algn="tl" rotWithShape="0">
                    <a:srgbClr val="494949">
                      <a:alpha val="2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8" name="Google Shape;198;p5">
                  <a:extLst>
                    <a:ext uri="{FF2B5EF4-FFF2-40B4-BE49-F238E27FC236}">
                      <a16:creationId xmlns:a16="http://schemas.microsoft.com/office/drawing/2014/main" id="{C8410AE1-9841-E3D4-0C73-8275E8D37DDD}"/>
                    </a:ext>
                  </a:extLst>
                </p:cNvPr>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199" name="Google Shape;199;p5">
                <a:extLst>
                  <a:ext uri="{FF2B5EF4-FFF2-40B4-BE49-F238E27FC236}">
                    <a16:creationId xmlns:a16="http://schemas.microsoft.com/office/drawing/2014/main" id="{7B0FBC1A-5640-25AA-C647-857F2E983E58}"/>
                  </a:ext>
                </a:extLst>
              </p:cNvPr>
              <p:cNvSpPr/>
              <p:nvPr/>
            </p:nvSpPr>
            <p:spPr>
              <a:xfrm>
                <a:off x="3222820" y="1148080"/>
                <a:ext cx="1284820" cy="1284821"/>
              </a:xfrm>
              <a:prstGeom prst="ellipse">
                <a:avLst/>
              </a:prstGeom>
              <a:solidFill>
                <a:schemeClr val="lt1">
                  <a:alpha val="13725"/>
                </a:schemeClr>
              </a:solidFill>
              <a:ln w="15875" cap="flat" cmpd="sng">
                <a:solidFill>
                  <a:schemeClr val="lt1"/>
                </a:solidFill>
                <a:prstDash val="solid"/>
                <a:miter lim="800000"/>
                <a:headEnd type="none" w="sm" len="sm"/>
                <a:tailEnd type="none" w="sm" len="sm"/>
              </a:ln>
              <a:effectLst>
                <a:outerShdw blurRad="215900" dist="88900" dir="2700000" algn="tl" rotWithShape="0">
                  <a:srgbClr val="000000">
                    <a:alpha val="1098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200" name="Google Shape;200;p5">
              <a:extLst>
                <a:ext uri="{FF2B5EF4-FFF2-40B4-BE49-F238E27FC236}">
                  <a16:creationId xmlns:a16="http://schemas.microsoft.com/office/drawing/2014/main" id="{5669DAA2-492B-C9C7-B06F-4A8722D72139}"/>
                </a:ext>
              </a:extLst>
            </p:cNvPr>
            <p:cNvSpPr txBox="1"/>
            <p:nvPr/>
          </p:nvSpPr>
          <p:spPr>
            <a:xfrm>
              <a:off x="3514455" y="1292811"/>
              <a:ext cx="774240" cy="720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800" dirty="0">
                  <a:solidFill>
                    <a:srgbClr val="FFB850"/>
                  </a:solidFill>
                  <a:latin typeface="Impact"/>
                  <a:ea typeface="Impact"/>
                  <a:cs typeface="Impact"/>
                  <a:sym typeface="Impact"/>
                </a:rPr>
                <a:t>02</a:t>
              </a:r>
              <a:endParaRPr sz="2800" dirty="0">
                <a:solidFill>
                  <a:srgbClr val="FFB850"/>
                </a:solidFill>
                <a:latin typeface="Impact"/>
                <a:ea typeface="Impact"/>
                <a:cs typeface="Impact"/>
                <a:sym typeface="Impact"/>
              </a:endParaRPr>
            </a:p>
          </p:txBody>
        </p:sp>
      </p:grpSp>
      <p:sp>
        <p:nvSpPr>
          <p:cNvPr id="201" name="Google Shape;201;p5">
            <a:extLst>
              <a:ext uri="{FF2B5EF4-FFF2-40B4-BE49-F238E27FC236}">
                <a16:creationId xmlns:a16="http://schemas.microsoft.com/office/drawing/2014/main" id="{8F2CA49E-5285-1F30-3255-07A735CBB28A}"/>
              </a:ext>
            </a:extLst>
          </p:cNvPr>
          <p:cNvSpPr txBox="1"/>
          <p:nvPr/>
        </p:nvSpPr>
        <p:spPr>
          <a:xfrm>
            <a:off x="2980807" y="1521544"/>
            <a:ext cx="690583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800" b="1" dirty="0">
                <a:solidFill>
                  <a:schemeClr val="dk1"/>
                </a:solidFill>
                <a:latin typeface="Times New Roman"/>
                <a:ea typeface="Times New Roman"/>
                <a:cs typeface="Times New Roman"/>
                <a:sym typeface="Times New Roman"/>
              </a:rPr>
              <a:t>Authentication và Authorization</a:t>
            </a:r>
            <a:endParaRPr sz="2800" b="1" dirty="0">
              <a:solidFill>
                <a:schemeClr val="dk1"/>
              </a:solidFill>
              <a:latin typeface="Times New Roman"/>
              <a:ea typeface="Times New Roman"/>
              <a:cs typeface="Times New Roman"/>
              <a:sym typeface="Times New Roman"/>
            </a:endParaRPr>
          </a:p>
        </p:txBody>
      </p:sp>
      <p:sp>
        <p:nvSpPr>
          <p:cNvPr id="202" name="Google Shape;202;p5">
            <a:extLst>
              <a:ext uri="{FF2B5EF4-FFF2-40B4-BE49-F238E27FC236}">
                <a16:creationId xmlns:a16="http://schemas.microsoft.com/office/drawing/2014/main" id="{80280948-CE7F-E35B-7C88-7F395A8E43E2}"/>
              </a:ext>
            </a:extLst>
          </p:cNvPr>
          <p:cNvSpPr/>
          <p:nvPr/>
        </p:nvSpPr>
        <p:spPr>
          <a:xfrm>
            <a:off x="1670730" y="2505849"/>
            <a:ext cx="9367384" cy="3437751"/>
          </a:xfrm>
          <a:prstGeom prst="rect">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vi-VN" sz="2800" b="0" i="0" dirty="0">
                <a:solidFill>
                  <a:srgbClr val="222222"/>
                </a:solidFill>
                <a:effectLst/>
                <a:latin typeface="Times New Roman" panose="02020603050405020304" pitchFamily="18" charset="0"/>
                <a:cs typeface="Times New Roman" panose="02020603050405020304" pitchFamily="18" charset="0"/>
              </a:rPr>
              <a:t>Authentication và Authorization là hai khái niệm cốt lõi trong bảo mật ứng dụng, đặc biệt là trong Spring Security. Cả hai thường hoạt động cùng nhau để đảm bảo chỉ những người dùng hợp lệ mới được phép truy cập và thực hiện các hành động phù hợp trong hệ thống.</a:t>
            </a:r>
            <a:endParaRPr lang="en-US" sz="2800" b="0" i="0" dirty="0">
              <a:solidFill>
                <a:srgbClr val="222222"/>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6787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93"/>
                                        </p:tgtEl>
                                        <p:attrNameLst>
                                          <p:attrName>style.visibility</p:attrName>
                                        </p:attrNameLst>
                                      </p:cBhvr>
                                      <p:to>
                                        <p:strVal val="visible"/>
                                      </p:to>
                                    </p:set>
                                    <p:anim calcmode="lin" valueType="num">
                                      <p:cBhvr additive="base">
                                        <p:cTn id="7" dur="500"/>
                                        <p:tgtEl>
                                          <p:spTgt spid="193"/>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190"/>
                                        </p:tgtEl>
                                        <p:attrNameLst>
                                          <p:attrName>style.visibility</p:attrName>
                                        </p:attrNameLst>
                                      </p:cBhvr>
                                      <p:to>
                                        <p:strVal val="visible"/>
                                      </p:to>
                                    </p:set>
                                    <p:anim calcmode="lin" valueType="num">
                                      <p:cBhvr additive="base">
                                        <p:cTn id="10" dur="500"/>
                                        <p:tgtEl>
                                          <p:spTgt spid="19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6">
          <a:extLst>
            <a:ext uri="{FF2B5EF4-FFF2-40B4-BE49-F238E27FC236}">
              <a16:creationId xmlns:a16="http://schemas.microsoft.com/office/drawing/2014/main" id="{CB9264E9-6F39-34D3-5BAC-62A9EE542F30}"/>
            </a:ext>
          </a:extLst>
        </p:cNvPr>
        <p:cNvGrpSpPr/>
        <p:nvPr/>
      </p:nvGrpSpPr>
      <p:grpSpPr>
        <a:xfrm>
          <a:off x="0" y="0"/>
          <a:ext cx="0" cy="0"/>
          <a:chOff x="0" y="0"/>
          <a:chExt cx="0" cy="0"/>
        </a:xfrm>
      </p:grpSpPr>
      <p:grpSp>
        <p:nvGrpSpPr>
          <p:cNvPr id="190" name="Google Shape;190;p5">
            <a:extLst>
              <a:ext uri="{FF2B5EF4-FFF2-40B4-BE49-F238E27FC236}">
                <a16:creationId xmlns:a16="http://schemas.microsoft.com/office/drawing/2014/main" id="{4422DB95-7125-422B-673E-8A6D87787FEC}"/>
              </a:ext>
            </a:extLst>
          </p:cNvPr>
          <p:cNvGrpSpPr/>
          <p:nvPr/>
        </p:nvGrpSpPr>
        <p:grpSpPr>
          <a:xfrm>
            <a:off x="1670730" y="1263299"/>
            <a:ext cx="8616270" cy="1007332"/>
            <a:chOff x="3129129" y="1121776"/>
            <a:chExt cx="5933741" cy="1171624"/>
          </a:xfrm>
        </p:grpSpPr>
        <p:sp>
          <p:nvSpPr>
            <p:cNvPr id="191" name="Google Shape;191;p5">
              <a:extLst>
                <a:ext uri="{FF2B5EF4-FFF2-40B4-BE49-F238E27FC236}">
                  <a16:creationId xmlns:a16="http://schemas.microsoft.com/office/drawing/2014/main" id="{0AA206FD-849D-0B38-011F-6BD1412F3AB2}"/>
                </a:ext>
              </a:extLst>
            </p:cNvPr>
            <p:cNvSpPr/>
            <p:nvPr/>
          </p:nvSpPr>
          <p:spPr>
            <a:xfrm>
              <a:off x="3129129" y="1121776"/>
              <a:ext cx="5933741" cy="1171624"/>
            </a:xfrm>
            <a:prstGeom prst="roundRect">
              <a:avLst>
                <a:gd name="adj" fmla="val 50000"/>
              </a:avLst>
            </a:prstGeom>
            <a:solidFill>
              <a:srgbClr val="D8D8D8">
                <a:alpha val="49803"/>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sp>
          <p:nvSpPr>
            <p:cNvPr id="192" name="Google Shape;192;p5">
              <a:extLst>
                <a:ext uri="{FF2B5EF4-FFF2-40B4-BE49-F238E27FC236}">
                  <a16:creationId xmlns:a16="http://schemas.microsoft.com/office/drawing/2014/main" id="{B1BDD6F7-B678-A7E8-7FEF-E227B8EB3577}"/>
                </a:ext>
              </a:extLst>
            </p:cNvPr>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grpSp>
      <p:grpSp>
        <p:nvGrpSpPr>
          <p:cNvPr id="193" name="Google Shape;193;p5">
            <a:extLst>
              <a:ext uri="{FF2B5EF4-FFF2-40B4-BE49-F238E27FC236}">
                <a16:creationId xmlns:a16="http://schemas.microsoft.com/office/drawing/2014/main" id="{01628A04-8DA2-3FF8-4D63-4D145628294B}"/>
              </a:ext>
            </a:extLst>
          </p:cNvPr>
          <p:cNvGrpSpPr/>
          <p:nvPr/>
        </p:nvGrpSpPr>
        <p:grpSpPr>
          <a:xfrm>
            <a:off x="1782659" y="1240148"/>
            <a:ext cx="1674310" cy="1522886"/>
            <a:chOff x="3020983" y="881796"/>
            <a:chExt cx="2097410" cy="2097410"/>
          </a:xfrm>
        </p:grpSpPr>
        <p:grpSp>
          <p:nvGrpSpPr>
            <p:cNvPr id="194" name="Google Shape;194;p5">
              <a:extLst>
                <a:ext uri="{FF2B5EF4-FFF2-40B4-BE49-F238E27FC236}">
                  <a16:creationId xmlns:a16="http://schemas.microsoft.com/office/drawing/2014/main" id="{CEBE1322-09A4-3FF5-657E-8DAF0142A805}"/>
                </a:ext>
              </a:extLst>
            </p:cNvPr>
            <p:cNvGrpSpPr/>
            <p:nvPr/>
          </p:nvGrpSpPr>
          <p:grpSpPr>
            <a:xfrm>
              <a:off x="3020983" y="881796"/>
              <a:ext cx="2097410" cy="2097410"/>
              <a:chOff x="3099689" y="1098878"/>
              <a:chExt cx="1995612" cy="1995615"/>
            </a:xfrm>
          </p:grpSpPr>
          <p:grpSp>
            <p:nvGrpSpPr>
              <p:cNvPr id="195" name="Google Shape;195;p5">
                <a:extLst>
                  <a:ext uri="{FF2B5EF4-FFF2-40B4-BE49-F238E27FC236}">
                    <a16:creationId xmlns:a16="http://schemas.microsoft.com/office/drawing/2014/main" id="{06D72712-6543-D183-FBA2-0B727BB19D6A}"/>
                  </a:ext>
                </a:extLst>
              </p:cNvPr>
              <p:cNvGrpSpPr/>
              <p:nvPr/>
            </p:nvGrpSpPr>
            <p:grpSpPr>
              <a:xfrm>
                <a:off x="3099689" y="1098878"/>
                <a:ext cx="1995612" cy="1995615"/>
                <a:chOff x="6804316" y="2574806"/>
                <a:chExt cx="3585705" cy="3585705"/>
              </a:xfrm>
            </p:grpSpPr>
            <p:sp>
              <p:nvSpPr>
                <p:cNvPr id="196" name="Google Shape;196;p5">
                  <a:extLst>
                    <a:ext uri="{FF2B5EF4-FFF2-40B4-BE49-F238E27FC236}">
                      <a16:creationId xmlns:a16="http://schemas.microsoft.com/office/drawing/2014/main" id="{60A59A52-E2D2-A93F-3470-AAFE9A795890}"/>
                    </a:ext>
                  </a:extLst>
                </p:cNvPr>
                <p:cNvSpPr/>
                <p:nvPr/>
              </p:nvSpPr>
              <p:spPr>
                <a:xfrm rot="-2700000">
                  <a:off x="7501948" y="2927402"/>
                  <a:ext cx="2190440" cy="2880512"/>
                </a:xfrm>
                <a:custGeom>
                  <a:avLst/>
                  <a:gdLst/>
                  <a:ahLst/>
                  <a:cxnLst/>
                  <a:rect l="l" t="t" r="r" b="b"/>
                  <a:pathLst>
                    <a:path w="1696474" h="2070736" extrusionOk="0">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7" name="Google Shape;197;p5">
                  <a:extLst>
                    <a:ext uri="{FF2B5EF4-FFF2-40B4-BE49-F238E27FC236}">
                      <a16:creationId xmlns:a16="http://schemas.microsoft.com/office/drawing/2014/main" id="{72BFA959-B85F-56C6-D208-D4B23EB1595D}"/>
                    </a:ext>
                  </a:extLst>
                </p:cNvPr>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dist="88900" dir="2700000" algn="tl" rotWithShape="0">
                    <a:srgbClr val="494949">
                      <a:alpha val="2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8" name="Google Shape;198;p5">
                  <a:extLst>
                    <a:ext uri="{FF2B5EF4-FFF2-40B4-BE49-F238E27FC236}">
                      <a16:creationId xmlns:a16="http://schemas.microsoft.com/office/drawing/2014/main" id="{F02DE037-5037-A2EA-A293-E30D4BFEED3F}"/>
                    </a:ext>
                  </a:extLst>
                </p:cNvPr>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199" name="Google Shape;199;p5">
                <a:extLst>
                  <a:ext uri="{FF2B5EF4-FFF2-40B4-BE49-F238E27FC236}">
                    <a16:creationId xmlns:a16="http://schemas.microsoft.com/office/drawing/2014/main" id="{0BBD5AB6-1C58-3210-04F1-89789D7D18EC}"/>
                  </a:ext>
                </a:extLst>
              </p:cNvPr>
              <p:cNvSpPr/>
              <p:nvPr/>
            </p:nvSpPr>
            <p:spPr>
              <a:xfrm>
                <a:off x="3222820" y="1148080"/>
                <a:ext cx="1284820" cy="1284821"/>
              </a:xfrm>
              <a:prstGeom prst="ellipse">
                <a:avLst/>
              </a:prstGeom>
              <a:solidFill>
                <a:schemeClr val="lt1">
                  <a:alpha val="13725"/>
                </a:schemeClr>
              </a:solidFill>
              <a:ln w="15875" cap="flat" cmpd="sng">
                <a:solidFill>
                  <a:schemeClr val="lt1"/>
                </a:solidFill>
                <a:prstDash val="solid"/>
                <a:miter lim="800000"/>
                <a:headEnd type="none" w="sm" len="sm"/>
                <a:tailEnd type="none" w="sm" len="sm"/>
              </a:ln>
              <a:effectLst>
                <a:outerShdw blurRad="215900" dist="88900" dir="2700000" algn="tl" rotWithShape="0">
                  <a:srgbClr val="000000">
                    <a:alpha val="1098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200" name="Google Shape;200;p5">
              <a:extLst>
                <a:ext uri="{FF2B5EF4-FFF2-40B4-BE49-F238E27FC236}">
                  <a16:creationId xmlns:a16="http://schemas.microsoft.com/office/drawing/2014/main" id="{3C8DC2C1-F64A-7F88-3DD4-638D7BFB3BD5}"/>
                </a:ext>
              </a:extLst>
            </p:cNvPr>
            <p:cNvSpPr txBox="1"/>
            <p:nvPr/>
          </p:nvSpPr>
          <p:spPr>
            <a:xfrm>
              <a:off x="3514455" y="1292811"/>
              <a:ext cx="774240" cy="720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800" dirty="0">
                  <a:solidFill>
                    <a:srgbClr val="FFB850"/>
                  </a:solidFill>
                  <a:latin typeface="Impact"/>
                  <a:ea typeface="Impact"/>
                  <a:cs typeface="Impact"/>
                  <a:sym typeface="Impact"/>
                </a:rPr>
                <a:t>02</a:t>
              </a:r>
              <a:endParaRPr sz="2800" dirty="0">
                <a:solidFill>
                  <a:srgbClr val="FFB850"/>
                </a:solidFill>
                <a:latin typeface="Impact"/>
                <a:ea typeface="Impact"/>
                <a:cs typeface="Impact"/>
                <a:sym typeface="Impact"/>
              </a:endParaRPr>
            </a:p>
          </p:txBody>
        </p:sp>
      </p:grpSp>
      <p:sp>
        <p:nvSpPr>
          <p:cNvPr id="201" name="Google Shape;201;p5">
            <a:extLst>
              <a:ext uri="{FF2B5EF4-FFF2-40B4-BE49-F238E27FC236}">
                <a16:creationId xmlns:a16="http://schemas.microsoft.com/office/drawing/2014/main" id="{443674C5-03EE-EE70-9A14-5A2F457C7B76}"/>
              </a:ext>
            </a:extLst>
          </p:cNvPr>
          <p:cNvSpPr txBox="1"/>
          <p:nvPr/>
        </p:nvSpPr>
        <p:spPr>
          <a:xfrm>
            <a:off x="2980807" y="1521544"/>
            <a:ext cx="690583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800" b="1" dirty="0">
                <a:solidFill>
                  <a:schemeClr val="dk1"/>
                </a:solidFill>
                <a:latin typeface="Times New Roman"/>
                <a:ea typeface="Times New Roman"/>
                <a:cs typeface="Times New Roman"/>
                <a:sym typeface="Times New Roman"/>
              </a:rPr>
              <a:t>Authentication và Authorization</a:t>
            </a:r>
            <a:endParaRPr sz="2800" b="1" dirty="0">
              <a:solidFill>
                <a:schemeClr val="dk1"/>
              </a:solidFill>
              <a:latin typeface="Times New Roman"/>
              <a:ea typeface="Times New Roman"/>
              <a:cs typeface="Times New Roman"/>
              <a:sym typeface="Times New Roman"/>
            </a:endParaRPr>
          </a:p>
        </p:txBody>
      </p:sp>
      <p:sp>
        <p:nvSpPr>
          <p:cNvPr id="202" name="Google Shape;202;p5">
            <a:extLst>
              <a:ext uri="{FF2B5EF4-FFF2-40B4-BE49-F238E27FC236}">
                <a16:creationId xmlns:a16="http://schemas.microsoft.com/office/drawing/2014/main" id="{EC2788D7-5BB1-8277-6B2F-5AA45FA15808}"/>
              </a:ext>
            </a:extLst>
          </p:cNvPr>
          <p:cNvSpPr/>
          <p:nvPr/>
        </p:nvSpPr>
        <p:spPr>
          <a:xfrm>
            <a:off x="1670730" y="2505849"/>
            <a:ext cx="9367384" cy="3437751"/>
          </a:xfrm>
          <a:prstGeom prst="rect">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vi-VN" sz="2800" b="0" i="0" dirty="0">
                <a:solidFill>
                  <a:srgbClr val="222222"/>
                </a:solidFill>
                <a:effectLst/>
                <a:latin typeface="Times New Roman" panose="02020603050405020304" pitchFamily="18" charset="0"/>
                <a:cs typeface="Times New Roman" panose="02020603050405020304" pitchFamily="18" charset="0"/>
              </a:rPr>
              <a:t>•	Authentication là quá trình xác định danh tính của người dùng.</a:t>
            </a:r>
          </a:p>
          <a:p>
            <a:pPr marL="0" marR="0" lvl="0" indent="0" algn="l" rtl="0">
              <a:spcBef>
                <a:spcPts val="0"/>
              </a:spcBef>
              <a:spcAft>
                <a:spcPts val="0"/>
              </a:spcAft>
              <a:buNone/>
            </a:pPr>
            <a:r>
              <a:rPr lang="vi-VN" sz="2800" b="0" i="0" dirty="0">
                <a:solidFill>
                  <a:srgbClr val="222222"/>
                </a:solidFill>
                <a:effectLst/>
                <a:latin typeface="Times New Roman" panose="02020603050405020304" pitchFamily="18" charset="0"/>
                <a:cs typeface="Times New Roman" panose="02020603050405020304" pitchFamily="18" charset="0"/>
              </a:rPr>
              <a:t>•	Đảm bảo rằng người dùng là ai mà họ tự nhận, thường dựa trên thông tin đăng nhập như username và password.</a:t>
            </a:r>
          </a:p>
        </p:txBody>
      </p:sp>
    </p:spTree>
    <p:extLst>
      <p:ext uri="{BB962C8B-B14F-4D97-AF65-F5344CB8AC3E}">
        <p14:creationId xmlns:p14="http://schemas.microsoft.com/office/powerpoint/2010/main" val="40625654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93"/>
                                        </p:tgtEl>
                                        <p:attrNameLst>
                                          <p:attrName>style.visibility</p:attrName>
                                        </p:attrNameLst>
                                      </p:cBhvr>
                                      <p:to>
                                        <p:strVal val="visible"/>
                                      </p:to>
                                    </p:set>
                                    <p:anim calcmode="lin" valueType="num">
                                      <p:cBhvr additive="base">
                                        <p:cTn id="7" dur="500"/>
                                        <p:tgtEl>
                                          <p:spTgt spid="193"/>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190"/>
                                        </p:tgtEl>
                                        <p:attrNameLst>
                                          <p:attrName>style.visibility</p:attrName>
                                        </p:attrNameLst>
                                      </p:cBhvr>
                                      <p:to>
                                        <p:strVal val="visible"/>
                                      </p:to>
                                    </p:set>
                                    <p:anim calcmode="lin" valueType="num">
                                      <p:cBhvr additive="base">
                                        <p:cTn id="10" dur="500"/>
                                        <p:tgtEl>
                                          <p:spTgt spid="19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6">
          <a:extLst>
            <a:ext uri="{FF2B5EF4-FFF2-40B4-BE49-F238E27FC236}">
              <a16:creationId xmlns:a16="http://schemas.microsoft.com/office/drawing/2014/main" id="{E0DB80DC-BE2C-076F-E581-8AE338D39BDC}"/>
            </a:ext>
          </a:extLst>
        </p:cNvPr>
        <p:cNvGrpSpPr/>
        <p:nvPr/>
      </p:nvGrpSpPr>
      <p:grpSpPr>
        <a:xfrm>
          <a:off x="0" y="0"/>
          <a:ext cx="0" cy="0"/>
          <a:chOff x="0" y="0"/>
          <a:chExt cx="0" cy="0"/>
        </a:xfrm>
      </p:grpSpPr>
      <p:grpSp>
        <p:nvGrpSpPr>
          <p:cNvPr id="190" name="Google Shape;190;p5">
            <a:extLst>
              <a:ext uri="{FF2B5EF4-FFF2-40B4-BE49-F238E27FC236}">
                <a16:creationId xmlns:a16="http://schemas.microsoft.com/office/drawing/2014/main" id="{8CE5AF9A-E6C6-ABB6-79BD-CE6984529C5D}"/>
              </a:ext>
            </a:extLst>
          </p:cNvPr>
          <p:cNvGrpSpPr/>
          <p:nvPr/>
        </p:nvGrpSpPr>
        <p:grpSpPr>
          <a:xfrm>
            <a:off x="1670730" y="1263299"/>
            <a:ext cx="8616270" cy="1007332"/>
            <a:chOff x="3129129" y="1121776"/>
            <a:chExt cx="5933741" cy="1171624"/>
          </a:xfrm>
        </p:grpSpPr>
        <p:sp>
          <p:nvSpPr>
            <p:cNvPr id="191" name="Google Shape;191;p5">
              <a:extLst>
                <a:ext uri="{FF2B5EF4-FFF2-40B4-BE49-F238E27FC236}">
                  <a16:creationId xmlns:a16="http://schemas.microsoft.com/office/drawing/2014/main" id="{BE952A85-03FC-E034-1ED8-DDEFC219C97D}"/>
                </a:ext>
              </a:extLst>
            </p:cNvPr>
            <p:cNvSpPr/>
            <p:nvPr/>
          </p:nvSpPr>
          <p:spPr>
            <a:xfrm>
              <a:off x="3129129" y="1121776"/>
              <a:ext cx="5933741" cy="1171624"/>
            </a:xfrm>
            <a:prstGeom prst="roundRect">
              <a:avLst>
                <a:gd name="adj" fmla="val 50000"/>
              </a:avLst>
            </a:prstGeom>
            <a:solidFill>
              <a:srgbClr val="D8D8D8">
                <a:alpha val="49803"/>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sp>
          <p:nvSpPr>
            <p:cNvPr id="192" name="Google Shape;192;p5">
              <a:extLst>
                <a:ext uri="{FF2B5EF4-FFF2-40B4-BE49-F238E27FC236}">
                  <a16:creationId xmlns:a16="http://schemas.microsoft.com/office/drawing/2014/main" id="{75111978-1958-32E5-825A-D93D040553D1}"/>
                </a:ext>
              </a:extLst>
            </p:cNvPr>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grpSp>
      <p:grpSp>
        <p:nvGrpSpPr>
          <p:cNvPr id="193" name="Google Shape;193;p5">
            <a:extLst>
              <a:ext uri="{FF2B5EF4-FFF2-40B4-BE49-F238E27FC236}">
                <a16:creationId xmlns:a16="http://schemas.microsoft.com/office/drawing/2014/main" id="{6376916D-66EC-95DF-FABC-F0568EB918A8}"/>
              </a:ext>
            </a:extLst>
          </p:cNvPr>
          <p:cNvGrpSpPr/>
          <p:nvPr/>
        </p:nvGrpSpPr>
        <p:grpSpPr>
          <a:xfrm>
            <a:off x="1782659" y="1240148"/>
            <a:ext cx="1674310" cy="1522886"/>
            <a:chOff x="3020983" y="881796"/>
            <a:chExt cx="2097410" cy="2097410"/>
          </a:xfrm>
        </p:grpSpPr>
        <p:grpSp>
          <p:nvGrpSpPr>
            <p:cNvPr id="194" name="Google Shape;194;p5">
              <a:extLst>
                <a:ext uri="{FF2B5EF4-FFF2-40B4-BE49-F238E27FC236}">
                  <a16:creationId xmlns:a16="http://schemas.microsoft.com/office/drawing/2014/main" id="{4E6ABF9B-CA2A-C43E-725D-9C4C4C3B1BB7}"/>
                </a:ext>
              </a:extLst>
            </p:cNvPr>
            <p:cNvGrpSpPr/>
            <p:nvPr/>
          </p:nvGrpSpPr>
          <p:grpSpPr>
            <a:xfrm>
              <a:off x="3020983" y="881796"/>
              <a:ext cx="2097410" cy="2097410"/>
              <a:chOff x="3099689" y="1098878"/>
              <a:chExt cx="1995612" cy="1995615"/>
            </a:xfrm>
          </p:grpSpPr>
          <p:grpSp>
            <p:nvGrpSpPr>
              <p:cNvPr id="195" name="Google Shape;195;p5">
                <a:extLst>
                  <a:ext uri="{FF2B5EF4-FFF2-40B4-BE49-F238E27FC236}">
                    <a16:creationId xmlns:a16="http://schemas.microsoft.com/office/drawing/2014/main" id="{0EF8032B-437A-6CDB-12D6-62738375D960}"/>
                  </a:ext>
                </a:extLst>
              </p:cNvPr>
              <p:cNvGrpSpPr/>
              <p:nvPr/>
            </p:nvGrpSpPr>
            <p:grpSpPr>
              <a:xfrm>
                <a:off x="3099689" y="1098878"/>
                <a:ext cx="1995612" cy="1995615"/>
                <a:chOff x="6804316" y="2574806"/>
                <a:chExt cx="3585705" cy="3585705"/>
              </a:xfrm>
            </p:grpSpPr>
            <p:sp>
              <p:nvSpPr>
                <p:cNvPr id="196" name="Google Shape;196;p5">
                  <a:extLst>
                    <a:ext uri="{FF2B5EF4-FFF2-40B4-BE49-F238E27FC236}">
                      <a16:creationId xmlns:a16="http://schemas.microsoft.com/office/drawing/2014/main" id="{2A8DA74E-5149-9943-B828-B3D7C3301031}"/>
                    </a:ext>
                  </a:extLst>
                </p:cNvPr>
                <p:cNvSpPr/>
                <p:nvPr/>
              </p:nvSpPr>
              <p:spPr>
                <a:xfrm rot="-2700000">
                  <a:off x="7501948" y="2927402"/>
                  <a:ext cx="2190440" cy="2880512"/>
                </a:xfrm>
                <a:custGeom>
                  <a:avLst/>
                  <a:gdLst/>
                  <a:ahLst/>
                  <a:cxnLst/>
                  <a:rect l="l" t="t" r="r" b="b"/>
                  <a:pathLst>
                    <a:path w="1696474" h="2070736" extrusionOk="0">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7" name="Google Shape;197;p5">
                  <a:extLst>
                    <a:ext uri="{FF2B5EF4-FFF2-40B4-BE49-F238E27FC236}">
                      <a16:creationId xmlns:a16="http://schemas.microsoft.com/office/drawing/2014/main" id="{AC348E6A-DE96-6827-2B09-28AAF3569FAE}"/>
                    </a:ext>
                  </a:extLst>
                </p:cNvPr>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dist="88900" dir="2700000" algn="tl" rotWithShape="0">
                    <a:srgbClr val="494949">
                      <a:alpha val="2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8" name="Google Shape;198;p5">
                  <a:extLst>
                    <a:ext uri="{FF2B5EF4-FFF2-40B4-BE49-F238E27FC236}">
                      <a16:creationId xmlns:a16="http://schemas.microsoft.com/office/drawing/2014/main" id="{E7C1B32C-64F6-5B39-0D87-F1B279BDED3C}"/>
                    </a:ext>
                  </a:extLst>
                </p:cNvPr>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199" name="Google Shape;199;p5">
                <a:extLst>
                  <a:ext uri="{FF2B5EF4-FFF2-40B4-BE49-F238E27FC236}">
                    <a16:creationId xmlns:a16="http://schemas.microsoft.com/office/drawing/2014/main" id="{9B316C32-1895-FC94-A726-A20395D16D1D}"/>
                  </a:ext>
                </a:extLst>
              </p:cNvPr>
              <p:cNvSpPr/>
              <p:nvPr/>
            </p:nvSpPr>
            <p:spPr>
              <a:xfrm>
                <a:off x="3222820" y="1148080"/>
                <a:ext cx="1284820" cy="1284821"/>
              </a:xfrm>
              <a:prstGeom prst="ellipse">
                <a:avLst/>
              </a:prstGeom>
              <a:solidFill>
                <a:schemeClr val="lt1">
                  <a:alpha val="13725"/>
                </a:schemeClr>
              </a:solidFill>
              <a:ln w="15875" cap="flat" cmpd="sng">
                <a:solidFill>
                  <a:schemeClr val="lt1"/>
                </a:solidFill>
                <a:prstDash val="solid"/>
                <a:miter lim="800000"/>
                <a:headEnd type="none" w="sm" len="sm"/>
                <a:tailEnd type="none" w="sm" len="sm"/>
              </a:ln>
              <a:effectLst>
                <a:outerShdw blurRad="215900" dist="88900" dir="2700000" algn="tl" rotWithShape="0">
                  <a:srgbClr val="000000">
                    <a:alpha val="1098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200" name="Google Shape;200;p5">
              <a:extLst>
                <a:ext uri="{FF2B5EF4-FFF2-40B4-BE49-F238E27FC236}">
                  <a16:creationId xmlns:a16="http://schemas.microsoft.com/office/drawing/2014/main" id="{C006F3B2-94DC-B9AF-CB01-13EBF1016733}"/>
                </a:ext>
              </a:extLst>
            </p:cNvPr>
            <p:cNvSpPr txBox="1"/>
            <p:nvPr/>
          </p:nvSpPr>
          <p:spPr>
            <a:xfrm>
              <a:off x="3514455" y="1292811"/>
              <a:ext cx="774240" cy="720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800" dirty="0">
                  <a:solidFill>
                    <a:srgbClr val="FFB850"/>
                  </a:solidFill>
                  <a:latin typeface="Impact"/>
                  <a:ea typeface="Impact"/>
                  <a:cs typeface="Impact"/>
                  <a:sym typeface="Impact"/>
                </a:rPr>
                <a:t>02</a:t>
              </a:r>
              <a:endParaRPr sz="2800" dirty="0">
                <a:solidFill>
                  <a:srgbClr val="FFB850"/>
                </a:solidFill>
                <a:latin typeface="Impact"/>
                <a:ea typeface="Impact"/>
                <a:cs typeface="Impact"/>
                <a:sym typeface="Impact"/>
              </a:endParaRPr>
            </a:p>
          </p:txBody>
        </p:sp>
      </p:grpSp>
      <p:sp>
        <p:nvSpPr>
          <p:cNvPr id="201" name="Google Shape;201;p5">
            <a:extLst>
              <a:ext uri="{FF2B5EF4-FFF2-40B4-BE49-F238E27FC236}">
                <a16:creationId xmlns:a16="http://schemas.microsoft.com/office/drawing/2014/main" id="{62D82BFF-4D7A-A83B-D2FC-55CD42A8277A}"/>
              </a:ext>
            </a:extLst>
          </p:cNvPr>
          <p:cNvSpPr txBox="1"/>
          <p:nvPr/>
        </p:nvSpPr>
        <p:spPr>
          <a:xfrm>
            <a:off x="2980807" y="1521544"/>
            <a:ext cx="690583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800" b="1" dirty="0">
                <a:solidFill>
                  <a:schemeClr val="dk1"/>
                </a:solidFill>
                <a:latin typeface="Times New Roman"/>
                <a:ea typeface="Times New Roman"/>
                <a:cs typeface="Times New Roman"/>
                <a:sym typeface="Times New Roman"/>
              </a:rPr>
              <a:t>Authentication và Authorization</a:t>
            </a:r>
            <a:endParaRPr sz="2800" b="1" dirty="0">
              <a:solidFill>
                <a:schemeClr val="dk1"/>
              </a:solidFill>
              <a:latin typeface="Times New Roman"/>
              <a:ea typeface="Times New Roman"/>
              <a:cs typeface="Times New Roman"/>
              <a:sym typeface="Times New Roman"/>
            </a:endParaRPr>
          </a:p>
        </p:txBody>
      </p:sp>
      <p:sp>
        <p:nvSpPr>
          <p:cNvPr id="202" name="Google Shape;202;p5">
            <a:extLst>
              <a:ext uri="{FF2B5EF4-FFF2-40B4-BE49-F238E27FC236}">
                <a16:creationId xmlns:a16="http://schemas.microsoft.com/office/drawing/2014/main" id="{1E634C6C-45BE-2474-AF0C-DA7FB5EFA730}"/>
              </a:ext>
            </a:extLst>
          </p:cNvPr>
          <p:cNvSpPr/>
          <p:nvPr/>
        </p:nvSpPr>
        <p:spPr>
          <a:xfrm>
            <a:off x="1670730" y="2505849"/>
            <a:ext cx="9367384" cy="3437751"/>
          </a:xfrm>
          <a:prstGeom prst="rect">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vi-VN" sz="2800" b="0" i="0" dirty="0">
                <a:solidFill>
                  <a:srgbClr val="222222"/>
                </a:solidFill>
                <a:effectLst/>
                <a:latin typeface="Times New Roman" panose="02020603050405020304" pitchFamily="18" charset="0"/>
                <a:cs typeface="Times New Roman" panose="02020603050405020304" pitchFamily="18" charset="0"/>
              </a:rPr>
              <a:t>•	Authentication là quá trình xác định danh tính của người dùng.</a:t>
            </a:r>
          </a:p>
          <a:p>
            <a:pPr marL="0" marR="0" lvl="0" indent="0" algn="l" rtl="0">
              <a:spcBef>
                <a:spcPts val="0"/>
              </a:spcBef>
              <a:spcAft>
                <a:spcPts val="0"/>
              </a:spcAft>
              <a:buNone/>
            </a:pPr>
            <a:r>
              <a:rPr lang="vi-VN" sz="2800" b="0" i="0" dirty="0">
                <a:solidFill>
                  <a:srgbClr val="222222"/>
                </a:solidFill>
                <a:effectLst/>
                <a:latin typeface="Times New Roman" panose="02020603050405020304" pitchFamily="18" charset="0"/>
                <a:cs typeface="Times New Roman" panose="02020603050405020304" pitchFamily="18" charset="0"/>
              </a:rPr>
              <a:t>•	Đảm bảo rằng người dùng là ai mà họ tự nhận, thường dựa trên thông tin đăng nhập như username và password.</a:t>
            </a:r>
          </a:p>
        </p:txBody>
      </p:sp>
    </p:spTree>
    <p:extLst>
      <p:ext uri="{BB962C8B-B14F-4D97-AF65-F5344CB8AC3E}">
        <p14:creationId xmlns:p14="http://schemas.microsoft.com/office/powerpoint/2010/main" val="32357907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93"/>
                                        </p:tgtEl>
                                        <p:attrNameLst>
                                          <p:attrName>style.visibility</p:attrName>
                                        </p:attrNameLst>
                                      </p:cBhvr>
                                      <p:to>
                                        <p:strVal val="visible"/>
                                      </p:to>
                                    </p:set>
                                    <p:anim calcmode="lin" valueType="num">
                                      <p:cBhvr additive="base">
                                        <p:cTn id="7" dur="500"/>
                                        <p:tgtEl>
                                          <p:spTgt spid="193"/>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190"/>
                                        </p:tgtEl>
                                        <p:attrNameLst>
                                          <p:attrName>style.visibility</p:attrName>
                                        </p:attrNameLst>
                                      </p:cBhvr>
                                      <p:to>
                                        <p:strVal val="visible"/>
                                      </p:to>
                                    </p:set>
                                    <p:anim calcmode="lin" valueType="num">
                                      <p:cBhvr additive="base">
                                        <p:cTn id="10" dur="500"/>
                                        <p:tgtEl>
                                          <p:spTgt spid="19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6">
          <a:extLst>
            <a:ext uri="{FF2B5EF4-FFF2-40B4-BE49-F238E27FC236}">
              <a16:creationId xmlns:a16="http://schemas.microsoft.com/office/drawing/2014/main" id="{677A682B-7872-9E01-89AF-FEA79B400002}"/>
            </a:ext>
          </a:extLst>
        </p:cNvPr>
        <p:cNvGrpSpPr/>
        <p:nvPr/>
      </p:nvGrpSpPr>
      <p:grpSpPr>
        <a:xfrm>
          <a:off x="0" y="0"/>
          <a:ext cx="0" cy="0"/>
          <a:chOff x="0" y="0"/>
          <a:chExt cx="0" cy="0"/>
        </a:xfrm>
      </p:grpSpPr>
      <p:grpSp>
        <p:nvGrpSpPr>
          <p:cNvPr id="190" name="Google Shape;190;p5">
            <a:extLst>
              <a:ext uri="{FF2B5EF4-FFF2-40B4-BE49-F238E27FC236}">
                <a16:creationId xmlns:a16="http://schemas.microsoft.com/office/drawing/2014/main" id="{58A35E5B-B74F-2896-9CD6-9085FCB4FBB6}"/>
              </a:ext>
            </a:extLst>
          </p:cNvPr>
          <p:cNvGrpSpPr/>
          <p:nvPr/>
        </p:nvGrpSpPr>
        <p:grpSpPr>
          <a:xfrm>
            <a:off x="1670730" y="1263299"/>
            <a:ext cx="8616270" cy="1007332"/>
            <a:chOff x="3129129" y="1121776"/>
            <a:chExt cx="5933741" cy="1171624"/>
          </a:xfrm>
        </p:grpSpPr>
        <p:sp>
          <p:nvSpPr>
            <p:cNvPr id="191" name="Google Shape;191;p5">
              <a:extLst>
                <a:ext uri="{FF2B5EF4-FFF2-40B4-BE49-F238E27FC236}">
                  <a16:creationId xmlns:a16="http://schemas.microsoft.com/office/drawing/2014/main" id="{A5716FB5-6471-2BC1-89A3-D030AE6F7420}"/>
                </a:ext>
              </a:extLst>
            </p:cNvPr>
            <p:cNvSpPr/>
            <p:nvPr/>
          </p:nvSpPr>
          <p:spPr>
            <a:xfrm>
              <a:off x="3129129" y="1121776"/>
              <a:ext cx="5933741" cy="1171624"/>
            </a:xfrm>
            <a:prstGeom prst="roundRect">
              <a:avLst>
                <a:gd name="adj" fmla="val 50000"/>
              </a:avLst>
            </a:prstGeom>
            <a:solidFill>
              <a:srgbClr val="D8D8D8">
                <a:alpha val="49803"/>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sp>
          <p:nvSpPr>
            <p:cNvPr id="192" name="Google Shape;192;p5">
              <a:extLst>
                <a:ext uri="{FF2B5EF4-FFF2-40B4-BE49-F238E27FC236}">
                  <a16:creationId xmlns:a16="http://schemas.microsoft.com/office/drawing/2014/main" id="{5BAA2AFA-BEAD-0115-287E-ACA9CB1E5272}"/>
                </a:ext>
              </a:extLst>
            </p:cNvPr>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grpSp>
      <p:grpSp>
        <p:nvGrpSpPr>
          <p:cNvPr id="193" name="Google Shape;193;p5">
            <a:extLst>
              <a:ext uri="{FF2B5EF4-FFF2-40B4-BE49-F238E27FC236}">
                <a16:creationId xmlns:a16="http://schemas.microsoft.com/office/drawing/2014/main" id="{E59BDF28-B9D6-B159-EC14-9E12F1E199F1}"/>
              </a:ext>
            </a:extLst>
          </p:cNvPr>
          <p:cNvGrpSpPr/>
          <p:nvPr/>
        </p:nvGrpSpPr>
        <p:grpSpPr>
          <a:xfrm>
            <a:off x="1782659" y="1240148"/>
            <a:ext cx="1674310" cy="1522886"/>
            <a:chOff x="3020983" y="881796"/>
            <a:chExt cx="2097410" cy="2097410"/>
          </a:xfrm>
        </p:grpSpPr>
        <p:grpSp>
          <p:nvGrpSpPr>
            <p:cNvPr id="194" name="Google Shape;194;p5">
              <a:extLst>
                <a:ext uri="{FF2B5EF4-FFF2-40B4-BE49-F238E27FC236}">
                  <a16:creationId xmlns:a16="http://schemas.microsoft.com/office/drawing/2014/main" id="{BBB5DEF7-0B24-667D-DF6B-890E0A77883F}"/>
                </a:ext>
              </a:extLst>
            </p:cNvPr>
            <p:cNvGrpSpPr/>
            <p:nvPr/>
          </p:nvGrpSpPr>
          <p:grpSpPr>
            <a:xfrm>
              <a:off x="3020983" y="881796"/>
              <a:ext cx="2097410" cy="2097410"/>
              <a:chOff x="3099689" y="1098878"/>
              <a:chExt cx="1995612" cy="1995615"/>
            </a:xfrm>
          </p:grpSpPr>
          <p:grpSp>
            <p:nvGrpSpPr>
              <p:cNvPr id="195" name="Google Shape;195;p5">
                <a:extLst>
                  <a:ext uri="{FF2B5EF4-FFF2-40B4-BE49-F238E27FC236}">
                    <a16:creationId xmlns:a16="http://schemas.microsoft.com/office/drawing/2014/main" id="{F91FBD86-AB1E-AC3E-7DC9-DF6D617022D3}"/>
                  </a:ext>
                </a:extLst>
              </p:cNvPr>
              <p:cNvGrpSpPr/>
              <p:nvPr/>
            </p:nvGrpSpPr>
            <p:grpSpPr>
              <a:xfrm>
                <a:off x="3099689" y="1098878"/>
                <a:ext cx="1995612" cy="1995615"/>
                <a:chOff x="6804316" y="2574806"/>
                <a:chExt cx="3585705" cy="3585705"/>
              </a:xfrm>
            </p:grpSpPr>
            <p:sp>
              <p:nvSpPr>
                <p:cNvPr id="196" name="Google Shape;196;p5">
                  <a:extLst>
                    <a:ext uri="{FF2B5EF4-FFF2-40B4-BE49-F238E27FC236}">
                      <a16:creationId xmlns:a16="http://schemas.microsoft.com/office/drawing/2014/main" id="{46F2D7E0-CBDC-3E81-A011-3ACC4B53FC14}"/>
                    </a:ext>
                  </a:extLst>
                </p:cNvPr>
                <p:cNvSpPr/>
                <p:nvPr/>
              </p:nvSpPr>
              <p:spPr>
                <a:xfrm rot="-2700000">
                  <a:off x="7501948" y="2927402"/>
                  <a:ext cx="2190440" cy="2880512"/>
                </a:xfrm>
                <a:custGeom>
                  <a:avLst/>
                  <a:gdLst/>
                  <a:ahLst/>
                  <a:cxnLst/>
                  <a:rect l="l" t="t" r="r" b="b"/>
                  <a:pathLst>
                    <a:path w="1696474" h="2070736" extrusionOk="0">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7" name="Google Shape;197;p5">
                  <a:extLst>
                    <a:ext uri="{FF2B5EF4-FFF2-40B4-BE49-F238E27FC236}">
                      <a16:creationId xmlns:a16="http://schemas.microsoft.com/office/drawing/2014/main" id="{602F42EE-DB7A-9CE8-96DB-7C8F3FCAF124}"/>
                    </a:ext>
                  </a:extLst>
                </p:cNvPr>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dist="88900" dir="2700000" algn="tl" rotWithShape="0">
                    <a:srgbClr val="494949">
                      <a:alpha val="2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8" name="Google Shape;198;p5">
                  <a:extLst>
                    <a:ext uri="{FF2B5EF4-FFF2-40B4-BE49-F238E27FC236}">
                      <a16:creationId xmlns:a16="http://schemas.microsoft.com/office/drawing/2014/main" id="{C641423A-0825-E957-3FC8-7E899FA5173A}"/>
                    </a:ext>
                  </a:extLst>
                </p:cNvPr>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199" name="Google Shape;199;p5">
                <a:extLst>
                  <a:ext uri="{FF2B5EF4-FFF2-40B4-BE49-F238E27FC236}">
                    <a16:creationId xmlns:a16="http://schemas.microsoft.com/office/drawing/2014/main" id="{AD5E311E-4060-1E22-9E52-F3CEB24A25DC}"/>
                  </a:ext>
                </a:extLst>
              </p:cNvPr>
              <p:cNvSpPr/>
              <p:nvPr/>
            </p:nvSpPr>
            <p:spPr>
              <a:xfrm>
                <a:off x="3222820" y="1148080"/>
                <a:ext cx="1284820" cy="1284821"/>
              </a:xfrm>
              <a:prstGeom prst="ellipse">
                <a:avLst/>
              </a:prstGeom>
              <a:solidFill>
                <a:schemeClr val="lt1">
                  <a:alpha val="13725"/>
                </a:schemeClr>
              </a:solidFill>
              <a:ln w="15875" cap="flat" cmpd="sng">
                <a:solidFill>
                  <a:schemeClr val="lt1"/>
                </a:solidFill>
                <a:prstDash val="solid"/>
                <a:miter lim="800000"/>
                <a:headEnd type="none" w="sm" len="sm"/>
                <a:tailEnd type="none" w="sm" len="sm"/>
              </a:ln>
              <a:effectLst>
                <a:outerShdw blurRad="215900" dist="88900" dir="2700000" algn="tl" rotWithShape="0">
                  <a:srgbClr val="000000">
                    <a:alpha val="1098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200" name="Google Shape;200;p5">
              <a:extLst>
                <a:ext uri="{FF2B5EF4-FFF2-40B4-BE49-F238E27FC236}">
                  <a16:creationId xmlns:a16="http://schemas.microsoft.com/office/drawing/2014/main" id="{2DF3EE90-59B8-B9C7-3B50-E2F38111E55F}"/>
                </a:ext>
              </a:extLst>
            </p:cNvPr>
            <p:cNvSpPr txBox="1"/>
            <p:nvPr/>
          </p:nvSpPr>
          <p:spPr>
            <a:xfrm>
              <a:off x="3514455" y="1292811"/>
              <a:ext cx="774240" cy="720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800" dirty="0">
                  <a:solidFill>
                    <a:srgbClr val="FFB850"/>
                  </a:solidFill>
                  <a:latin typeface="Impact"/>
                  <a:ea typeface="Impact"/>
                  <a:cs typeface="Impact"/>
                  <a:sym typeface="Impact"/>
                </a:rPr>
                <a:t>03</a:t>
              </a:r>
              <a:endParaRPr sz="2800" dirty="0">
                <a:solidFill>
                  <a:srgbClr val="FFB850"/>
                </a:solidFill>
                <a:latin typeface="Impact"/>
                <a:ea typeface="Impact"/>
                <a:cs typeface="Impact"/>
                <a:sym typeface="Impact"/>
              </a:endParaRPr>
            </a:p>
          </p:txBody>
        </p:sp>
      </p:grpSp>
      <p:sp>
        <p:nvSpPr>
          <p:cNvPr id="201" name="Google Shape;201;p5">
            <a:extLst>
              <a:ext uri="{FF2B5EF4-FFF2-40B4-BE49-F238E27FC236}">
                <a16:creationId xmlns:a16="http://schemas.microsoft.com/office/drawing/2014/main" id="{9988179A-3E97-0D11-A477-60562B63D1A4}"/>
              </a:ext>
            </a:extLst>
          </p:cNvPr>
          <p:cNvSpPr txBox="1"/>
          <p:nvPr/>
        </p:nvSpPr>
        <p:spPr>
          <a:xfrm>
            <a:off x="2980807" y="1521544"/>
            <a:ext cx="690583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800" b="1" dirty="0">
                <a:solidFill>
                  <a:schemeClr val="dk1"/>
                </a:solidFill>
                <a:latin typeface="Times New Roman"/>
                <a:ea typeface="Times New Roman"/>
                <a:cs typeface="Times New Roman"/>
                <a:sym typeface="Times New Roman"/>
              </a:rPr>
              <a:t>Session, Cookies và JWT</a:t>
            </a:r>
            <a:endParaRPr sz="2800" b="1" dirty="0">
              <a:solidFill>
                <a:schemeClr val="dk1"/>
              </a:solidFill>
              <a:latin typeface="Times New Roman"/>
              <a:ea typeface="Times New Roman"/>
              <a:cs typeface="Times New Roman"/>
              <a:sym typeface="Times New Roman"/>
            </a:endParaRPr>
          </a:p>
        </p:txBody>
      </p:sp>
      <p:sp>
        <p:nvSpPr>
          <p:cNvPr id="202" name="Google Shape;202;p5">
            <a:extLst>
              <a:ext uri="{FF2B5EF4-FFF2-40B4-BE49-F238E27FC236}">
                <a16:creationId xmlns:a16="http://schemas.microsoft.com/office/drawing/2014/main" id="{3AC3A81E-48E2-4382-B2D5-5E60C3A2B2A6}"/>
              </a:ext>
            </a:extLst>
          </p:cNvPr>
          <p:cNvSpPr/>
          <p:nvPr/>
        </p:nvSpPr>
        <p:spPr>
          <a:xfrm>
            <a:off x="1670730" y="2505849"/>
            <a:ext cx="9367384" cy="3437751"/>
          </a:xfrm>
          <a:prstGeom prst="rect">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45700" rIns="91425" bIns="45700" anchor="t" anchorCtr="0">
            <a:noAutofit/>
          </a:bodyPr>
          <a:lstStyle/>
          <a:p>
            <a:pPr marL="457200" marR="0" lvl="0" indent="-457200" algn="l" rtl="0">
              <a:spcBef>
                <a:spcPts val="0"/>
              </a:spcBef>
              <a:spcAft>
                <a:spcPts val="0"/>
              </a:spcAft>
              <a:buFontTx/>
              <a:buChar char="-"/>
            </a:pPr>
            <a:r>
              <a:rPr lang="vi-VN" sz="2800" dirty="0">
                <a:solidFill>
                  <a:schemeClr val="dk1"/>
                </a:solidFill>
                <a:latin typeface="Times New Roman" panose="02020603050405020304" pitchFamily="18" charset="0"/>
                <a:ea typeface="Times New Roman"/>
                <a:cs typeface="Times New Roman" panose="02020603050405020304" pitchFamily="18" charset="0"/>
                <a:sym typeface="Times New Roman"/>
              </a:rPr>
              <a:t>Session là một cách lưu trữ trạng thái của người dùng trên server trong một phiên làm việc (session).</a:t>
            </a:r>
          </a:p>
          <a:p>
            <a:pPr marL="457200" marR="0" lvl="0" indent="-457200" algn="l" rtl="0">
              <a:spcBef>
                <a:spcPts val="0"/>
              </a:spcBef>
              <a:spcAft>
                <a:spcPts val="0"/>
              </a:spcAft>
              <a:buFontTx/>
              <a:buChar char="-"/>
            </a:pPr>
            <a:r>
              <a:rPr lang="vi-VN" sz="2800" dirty="0">
                <a:solidFill>
                  <a:schemeClr val="dk1"/>
                </a:solidFill>
                <a:latin typeface="Times New Roman" panose="02020603050405020304" pitchFamily="18" charset="0"/>
                <a:ea typeface="Times New Roman"/>
                <a:cs typeface="Times New Roman" panose="02020603050405020304" pitchFamily="18" charset="0"/>
                <a:sym typeface="Times New Roman"/>
              </a:rPr>
              <a:t>Khi người dùng đăng nhập, server tạo một session để lưu trữ thông tin về họ, như ID người dùng, quyền hạn, hoặc các dữ liệu khác.</a:t>
            </a:r>
          </a:p>
        </p:txBody>
      </p:sp>
    </p:spTree>
    <p:extLst>
      <p:ext uri="{BB962C8B-B14F-4D97-AF65-F5344CB8AC3E}">
        <p14:creationId xmlns:p14="http://schemas.microsoft.com/office/powerpoint/2010/main" val="714814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93"/>
                                        </p:tgtEl>
                                        <p:attrNameLst>
                                          <p:attrName>style.visibility</p:attrName>
                                        </p:attrNameLst>
                                      </p:cBhvr>
                                      <p:to>
                                        <p:strVal val="visible"/>
                                      </p:to>
                                    </p:set>
                                    <p:anim calcmode="lin" valueType="num">
                                      <p:cBhvr additive="base">
                                        <p:cTn id="7" dur="500"/>
                                        <p:tgtEl>
                                          <p:spTgt spid="193"/>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190"/>
                                        </p:tgtEl>
                                        <p:attrNameLst>
                                          <p:attrName>style.visibility</p:attrName>
                                        </p:attrNameLst>
                                      </p:cBhvr>
                                      <p:to>
                                        <p:strVal val="visible"/>
                                      </p:to>
                                    </p:set>
                                    <p:anim calcmode="lin" valueType="num">
                                      <p:cBhvr additive="base">
                                        <p:cTn id="10" dur="500"/>
                                        <p:tgtEl>
                                          <p:spTgt spid="19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6">
          <a:extLst>
            <a:ext uri="{FF2B5EF4-FFF2-40B4-BE49-F238E27FC236}">
              <a16:creationId xmlns:a16="http://schemas.microsoft.com/office/drawing/2014/main" id="{DBAA78E6-1DEA-D677-9A41-BCD04EE6327C}"/>
            </a:ext>
          </a:extLst>
        </p:cNvPr>
        <p:cNvGrpSpPr/>
        <p:nvPr/>
      </p:nvGrpSpPr>
      <p:grpSpPr>
        <a:xfrm>
          <a:off x="0" y="0"/>
          <a:ext cx="0" cy="0"/>
          <a:chOff x="0" y="0"/>
          <a:chExt cx="0" cy="0"/>
        </a:xfrm>
      </p:grpSpPr>
      <p:grpSp>
        <p:nvGrpSpPr>
          <p:cNvPr id="190" name="Google Shape;190;p5">
            <a:extLst>
              <a:ext uri="{FF2B5EF4-FFF2-40B4-BE49-F238E27FC236}">
                <a16:creationId xmlns:a16="http://schemas.microsoft.com/office/drawing/2014/main" id="{7D6BEC1E-2F4F-767D-BFA5-7906E0935B2E}"/>
              </a:ext>
            </a:extLst>
          </p:cNvPr>
          <p:cNvGrpSpPr/>
          <p:nvPr/>
        </p:nvGrpSpPr>
        <p:grpSpPr>
          <a:xfrm>
            <a:off x="1670730" y="1263299"/>
            <a:ext cx="8616270" cy="1007332"/>
            <a:chOff x="3129129" y="1121776"/>
            <a:chExt cx="5933741" cy="1171624"/>
          </a:xfrm>
        </p:grpSpPr>
        <p:sp>
          <p:nvSpPr>
            <p:cNvPr id="191" name="Google Shape;191;p5">
              <a:extLst>
                <a:ext uri="{FF2B5EF4-FFF2-40B4-BE49-F238E27FC236}">
                  <a16:creationId xmlns:a16="http://schemas.microsoft.com/office/drawing/2014/main" id="{AD7F45A4-E72B-7E8F-AB82-117378940B18}"/>
                </a:ext>
              </a:extLst>
            </p:cNvPr>
            <p:cNvSpPr/>
            <p:nvPr/>
          </p:nvSpPr>
          <p:spPr>
            <a:xfrm>
              <a:off x="3129129" y="1121776"/>
              <a:ext cx="5933741" cy="1171624"/>
            </a:xfrm>
            <a:prstGeom prst="roundRect">
              <a:avLst>
                <a:gd name="adj" fmla="val 50000"/>
              </a:avLst>
            </a:prstGeom>
            <a:solidFill>
              <a:srgbClr val="D8D8D8">
                <a:alpha val="49803"/>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sp>
          <p:nvSpPr>
            <p:cNvPr id="192" name="Google Shape;192;p5">
              <a:extLst>
                <a:ext uri="{FF2B5EF4-FFF2-40B4-BE49-F238E27FC236}">
                  <a16:creationId xmlns:a16="http://schemas.microsoft.com/office/drawing/2014/main" id="{38F82299-2D94-97F6-1231-CCB9D337433C}"/>
                </a:ext>
              </a:extLst>
            </p:cNvPr>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grpSp>
      <p:grpSp>
        <p:nvGrpSpPr>
          <p:cNvPr id="193" name="Google Shape;193;p5">
            <a:extLst>
              <a:ext uri="{FF2B5EF4-FFF2-40B4-BE49-F238E27FC236}">
                <a16:creationId xmlns:a16="http://schemas.microsoft.com/office/drawing/2014/main" id="{726D723B-3081-AA81-1F69-ABF53CE07089}"/>
              </a:ext>
            </a:extLst>
          </p:cNvPr>
          <p:cNvGrpSpPr/>
          <p:nvPr/>
        </p:nvGrpSpPr>
        <p:grpSpPr>
          <a:xfrm>
            <a:off x="1782659" y="1240148"/>
            <a:ext cx="1674310" cy="1522886"/>
            <a:chOff x="3020983" y="881796"/>
            <a:chExt cx="2097410" cy="2097410"/>
          </a:xfrm>
        </p:grpSpPr>
        <p:grpSp>
          <p:nvGrpSpPr>
            <p:cNvPr id="194" name="Google Shape;194;p5">
              <a:extLst>
                <a:ext uri="{FF2B5EF4-FFF2-40B4-BE49-F238E27FC236}">
                  <a16:creationId xmlns:a16="http://schemas.microsoft.com/office/drawing/2014/main" id="{D2982A01-0758-7220-B034-31EAE6BACFE0}"/>
                </a:ext>
              </a:extLst>
            </p:cNvPr>
            <p:cNvGrpSpPr/>
            <p:nvPr/>
          </p:nvGrpSpPr>
          <p:grpSpPr>
            <a:xfrm>
              <a:off x="3020983" y="881796"/>
              <a:ext cx="2097410" cy="2097410"/>
              <a:chOff x="3099689" y="1098878"/>
              <a:chExt cx="1995612" cy="1995615"/>
            </a:xfrm>
          </p:grpSpPr>
          <p:grpSp>
            <p:nvGrpSpPr>
              <p:cNvPr id="195" name="Google Shape;195;p5">
                <a:extLst>
                  <a:ext uri="{FF2B5EF4-FFF2-40B4-BE49-F238E27FC236}">
                    <a16:creationId xmlns:a16="http://schemas.microsoft.com/office/drawing/2014/main" id="{BE3B6C47-69EC-8B07-0255-FC0675484E3E}"/>
                  </a:ext>
                </a:extLst>
              </p:cNvPr>
              <p:cNvGrpSpPr/>
              <p:nvPr/>
            </p:nvGrpSpPr>
            <p:grpSpPr>
              <a:xfrm>
                <a:off x="3099689" y="1098878"/>
                <a:ext cx="1995612" cy="1995615"/>
                <a:chOff x="6804316" y="2574806"/>
                <a:chExt cx="3585705" cy="3585705"/>
              </a:xfrm>
            </p:grpSpPr>
            <p:sp>
              <p:nvSpPr>
                <p:cNvPr id="196" name="Google Shape;196;p5">
                  <a:extLst>
                    <a:ext uri="{FF2B5EF4-FFF2-40B4-BE49-F238E27FC236}">
                      <a16:creationId xmlns:a16="http://schemas.microsoft.com/office/drawing/2014/main" id="{53C045FE-DEEB-3045-F08F-1D8F29A4FDF7}"/>
                    </a:ext>
                  </a:extLst>
                </p:cNvPr>
                <p:cNvSpPr/>
                <p:nvPr/>
              </p:nvSpPr>
              <p:spPr>
                <a:xfrm rot="-2700000">
                  <a:off x="7501948" y="2927402"/>
                  <a:ext cx="2190440" cy="2880512"/>
                </a:xfrm>
                <a:custGeom>
                  <a:avLst/>
                  <a:gdLst/>
                  <a:ahLst/>
                  <a:cxnLst/>
                  <a:rect l="l" t="t" r="r" b="b"/>
                  <a:pathLst>
                    <a:path w="1696474" h="2070736" extrusionOk="0">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7" name="Google Shape;197;p5">
                  <a:extLst>
                    <a:ext uri="{FF2B5EF4-FFF2-40B4-BE49-F238E27FC236}">
                      <a16:creationId xmlns:a16="http://schemas.microsoft.com/office/drawing/2014/main" id="{AF321A1F-68A6-FC43-1981-FD7FF4542B2F}"/>
                    </a:ext>
                  </a:extLst>
                </p:cNvPr>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dist="88900" dir="2700000" algn="tl" rotWithShape="0">
                    <a:srgbClr val="494949">
                      <a:alpha val="2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8" name="Google Shape;198;p5">
                  <a:extLst>
                    <a:ext uri="{FF2B5EF4-FFF2-40B4-BE49-F238E27FC236}">
                      <a16:creationId xmlns:a16="http://schemas.microsoft.com/office/drawing/2014/main" id="{1539E1B4-2C4F-D80B-5AF5-0456EE2A1F5B}"/>
                    </a:ext>
                  </a:extLst>
                </p:cNvPr>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199" name="Google Shape;199;p5">
                <a:extLst>
                  <a:ext uri="{FF2B5EF4-FFF2-40B4-BE49-F238E27FC236}">
                    <a16:creationId xmlns:a16="http://schemas.microsoft.com/office/drawing/2014/main" id="{049072ED-D060-943B-3FA7-D23E8A8B43AF}"/>
                  </a:ext>
                </a:extLst>
              </p:cNvPr>
              <p:cNvSpPr/>
              <p:nvPr/>
            </p:nvSpPr>
            <p:spPr>
              <a:xfrm>
                <a:off x="3222820" y="1148080"/>
                <a:ext cx="1284820" cy="1284821"/>
              </a:xfrm>
              <a:prstGeom prst="ellipse">
                <a:avLst/>
              </a:prstGeom>
              <a:solidFill>
                <a:schemeClr val="lt1">
                  <a:alpha val="13725"/>
                </a:schemeClr>
              </a:solidFill>
              <a:ln w="15875" cap="flat" cmpd="sng">
                <a:solidFill>
                  <a:schemeClr val="lt1"/>
                </a:solidFill>
                <a:prstDash val="solid"/>
                <a:miter lim="800000"/>
                <a:headEnd type="none" w="sm" len="sm"/>
                <a:tailEnd type="none" w="sm" len="sm"/>
              </a:ln>
              <a:effectLst>
                <a:outerShdw blurRad="215900" dist="88900" dir="2700000" algn="tl" rotWithShape="0">
                  <a:srgbClr val="000000">
                    <a:alpha val="1098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200" name="Google Shape;200;p5">
              <a:extLst>
                <a:ext uri="{FF2B5EF4-FFF2-40B4-BE49-F238E27FC236}">
                  <a16:creationId xmlns:a16="http://schemas.microsoft.com/office/drawing/2014/main" id="{81BEE2EB-191D-1EEE-D4E3-9F1BE8904C72}"/>
                </a:ext>
              </a:extLst>
            </p:cNvPr>
            <p:cNvSpPr txBox="1"/>
            <p:nvPr/>
          </p:nvSpPr>
          <p:spPr>
            <a:xfrm>
              <a:off x="3514455" y="1292811"/>
              <a:ext cx="774240" cy="720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800" dirty="0">
                  <a:solidFill>
                    <a:srgbClr val="FFB850"/>
                  </a:solidFill>
                  <a:latin typeface="Impact"/>
                  <a:ea typeface="Impact"/>
                  <a:cs typeface="Impact"/>
                  <a:sym typeface="Impact"/>
                </a:rPr>
                <a:t>03</a:t>
              </a:r>
              <a:endParaRPr sz="2800" dirty="0">
                <a:solidFill>
                  <a:srgbClr val="FFB850"/>
                </a:solidFill>
                <a:latin typeface="Impact"/>
                <a:ea typeface="Impact"/>
                <a:cs typeface="Impact"/>
                <a:sym typeface="Impact"/>
              </a:endParaRPr>
            </a:p>
          </p:txBody>
        </p:sp>
      </p:grpSp>
      <p:sp>
        <p:nvSpPr>
          <p:cNvPr id="201" name="Google Shape;201;p5">
            <a:extLst>
              <a:ext uri="{FF2B5EF4-FFF2-40B4-BE49-F238E27FC236}">
                <a16:creationId xmlns:a16="http://schemas.microsoft.com/office/drawing/2014/main" id="{3367107B-19C6-53FD-F436-31BF1AEF4001}"/>
              </a:ext>
            </a:extLst>
          </p:cNvPr>
          <p:cNvSpPr txBox="1"/>
          <p:nvPr/>
        </p:nvSpPr>
        <p:spPr>
          <a:xfrm>
            <a:off x="2980807" y="1521544"/>
            <a:ext cx="690583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800" b="1" dirty="0">
                <a:solidFill>
                  <a:schemeClr val="dk1"/>
                </a:solidFill>
                <a:latin typeface="Times New Roman"/>
                <a:ea typeface="Times New Roman"/>
                <a:cs typeface="Times New Roman"/>
                <a:sym typeface="Times New Roman"/>
              </a:rPr>
              <a:t>Session, Cookies và JWT</a:t>
            </a:r>
            <a:endParaRPr sz="2800" b="1" dirty="0">
              <a:solidFill>
                <a:schemeClr val="dk1"/>
              </a:solidFill>
              <a:latin typeface="Times New Roman"/>
              <a:ea typeface="Times New Roman"/>
              <a:cs typeface="Times New Roman"/>
              <a:sym typeface="Times New Roman"/>
            </a:endParaRPr>
          </a:p>
        </p:txBody>
      </p:sp>
      <p:sp>
        <p:nvSpPr>
          <p:cNvPr id="202" name="Google Shape;202;p5">
            <a:extLst>
              <a:ext uri="{FF2B5EF4-FFF2-40B4-BE49-F238E27FC236}">
                <a16:creationId xmlns:a16="http://schemas.microsoft.com/office/drawing/2014/main" id="{62BA69F2-BA86-A812-37E4-DBAD787BAE80}"/>
              </a:ext>
            </a:extLst>
          </p:cNvPr>
          <p:cNvSpPr/>
          <p:nvPr/>
        </p:nvSpPr>
        <p:spPr>
          <a:xfrm>
            <a:off x="1670730" y="2505849"/>
            <a:ext cx="9367384" cy="3437751"/>
          </a:xfrm>
          <a:prstGeom prst="rect">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45700" rIns="91425" bIns="45700" anchor="t" anchorCtr="0">
            <a:noAutofit/>
          </a:bodyPr>
          <a:lstStyle/>
          <a:p>
            <a:pPr marL="457200" marR="0" lvl="0" indent="-457200" algn="l" rtl="0">
              <a:spcBef>
                <a:spcPts val="0"/>
              </a:spcBef>
              <a:spcAft>
                <a:spcPts val="0"/>
              </a:spcAft>
              <a:buFontTx/>
              <a:buChar char="-"/>
            </a:pPr>
            <a:r>
              <a:rPr lang="vi-VN" sz="2800" dirty="0">
                <a:solidFill>
                  <a:schemeClr val="dk1"/>
                </a:solidFill>
                <a:latin typeface="Times New Roman" panose="02020603050405020304" pitchFamily="18" charset="0"/>
                <a:ea typeface="Times New Roman"/>
                <a:cs typeface="Times New Roman" panose="02020603050405020304" pitchFamily="18" charset="0"/>
                <a:sym typeface="Times New Roman"/>
              </a:rPr>
              <a:t>Cookies là các tệp nhỏ được lưu trữ trên trình duyệt của người dùng.</a:t>
            </a:r>
          </a:p>
          <a:p>
            <a:pPr marL="457200" marR="0" lvl="0" indent="-457200" algn="l" rtl="0">
              <a:spcBef>
                <a:spcPts val="0"/>
              </a:spcBef>
              <a:spcAft>
                <a:spcPts val="0"/>
              </a:spcAft>
              <a:buFontTx/>
              <a:buChar char="-"/>
            </a:pPr>
            <a:r>
              <a:rPr lang="vi-VN" sz="2800" dirty="0">
                <a:solidFill>
                  <a:schemeClr val="dk1"/>
                </a:solidFill>
                <a:latin typeface="Times New Roman" panose="02020603050405020304" pitchFamily="18" charset="0"/>
                <a:ea typeface="Times New Roman"/>
                <a:cs typeface="Times New Roman" panose="02020603050405020304" pitchFamily="18" charset="0"/>
                <a:sym typeface="Times New Roman"/>
              </a:rPr>
              <a:t>Dùng để lưu trữ dữ liệu tạm thời như thông tin đăng nhập, tùy chọn cá nhân, hoặc trạng thái người dùng.</a:t>
            </a:r>
          </a:p>
        </p:txBody>
      </p:sp>
    </p:spTree>
    <p:extLst>
      <p:ext uri="{BB962C8B-B14F-4D97-AF65-F5344CB8AC3E}">
        <p14:creationId xmlns:p14="http://schemas.microsoft.com/office/powerpoint/2010/main" val="41248497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93"/>
                                        </p:tgtEl>
                                        <p:attrNameLst>
                                          <p:attrName>style.visibility</p:attrName>
                                        </p:attrNameLst>
                                      </p:cBhvr>
                                      <p:to>
                                        <p:strVal val="visible"/>
                                      </p:to>
                                    </p:set>
                                    <p:anim calcmode="lin" valueType="num">
                                      <p:cBhvr additive="base">
                                        <p:cTn id="7" dur="500"/>
                                        <p:tgtEl>
                                          <p:spTgt spid="193"/>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190"/>
                                        </p:tgtEl>
                                        <p:attrNameLst>
                                          <p:attrName>style.visibility</p:attrName>
                                        </p:attrNameLst>
                                      </p:cBhvr>
                                      <p:to>
                                        <p:strVal val="visible"/>
                                      </p:to>
                                    </p:set>
                                    <p:anim calcmode="lin" valueType="num">
                                      <p:cBhvr additive="base">
                                        <p:cTn id="10" dur="500"/>
                                        <p:tgtEl>
                                          <p:spTgt spid="19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6">
          <a:extLst>
            <a:ext uri="{FF2B5EF4-FFF2-40B4-BE49-F238E27FC236}">
              <a16:creationId xmlns:a16="http://schemas.microsoft.com/office/drawing/2014/main" id="{0006CA58-B7E0-0C7C-72D7-8AEE778F56E9}"/>
            </a:ext>
          </a:extLst>
        </p:cNvPr>
        <p:cNvGrpSpPr/>
        <p:nvPr/>
      </p:nvGrpSpPr>
      <p:grpSpPr>
        <a:xfrm>
          <a:off x="0" y="0"/>
          <a:ext cx="0" cy="0"/>
          <a:chOff x="0" y="0"/>
          <a:chExt cx="0" cy="0"/>
        </a:xfrm>
      </p:grpSpPr>
      <p:grpSp>
        <p:nvGrpSpPr>
          <p:cNvPr id="190" name="Google Shape;190;p5">
            <a:extLst>
              <a:ext uri="{FF2B5EF4-FFF2-40B4-BE49-F238E27FC236}">
                <a16:creationId xmlns:a16="http://schemas.microsoft.com/office/drawing/2014/main" id="{840A3507-EEBA-C81B-45BC-ECA6F1EE4341}"/>
              </a:ext>
            </a:extLst>
          </p:cNvPr>
          <p:cNvGrpSpPr/>
          <p:nvPr/>
        </p:nvGrpSpPr>
        <p:grpSpPr>
          <a:xfrm>
            <a:off x="1670730" y="1263299"/>
            <a:ext cx="8616270" cy="1007332"/>
            <a:chOff x="3129129" y="1121776"/>
            <a:chExt cx="5933741" cy="1171624"/>
          </a:xfrm>
        </p:grpSpPr>
        <p:sp>
          <p:nvSpPr>
            <p:cNvPr id="191" name="Google Shape;191;p5">
              <a:extLst>
                <a:ext uri="{FF2B5EF4-FFF2-40B4-BE49-F238E27FC236}">
                  <a16:creationId xmlns:a16="http://schemas.microsoft.com/office/drawing/2014/main" id="{3544174A-DD58-328E-6A81-CBB526267D0D}"/>
                </a:ext>
              </a:extLst>
            </p:cNvPr>
            <p:cNvSpPr/>
            <p:nvPr/>
          </p:nvSpPr>
          <p:spPr>
            <a:xfrm>
              <a:off x="3129129" y="1121776"/>
              <a:ext cx="5933741" cy="1171624"/>
            </a:xfrm>
            <a:prstGeom prst="roundRect">
              <a:avLst>
                <a:gd name="adj" fmla="val 50000"/>
              </a:avLst>
            </a:prstGeom>
            <a:solidFill>
              <a:srgbClr val="D8D8D8">
                <a:alpha val="49803"/>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sp>
          <p:nvSpPr>
            <p:cNvPr id="192" name="Google Shape;192;p5">
              <a:extLst>
                <a:ext uri="{FF2B5EF4-FFF2-40B4-BE49-F238E27FC236}">
                  <a16:creationId xmlns:a16="http://schemas.microsoft.com/office/drawing/2014/main" id="{24918B20-F371-6694-FD5A-C6CE78BBFD0E}"/>
                </a:ext>
              </a:extLst>
            </p:cNvPr>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grpSp>
      <p:grpSp>
        <p:nvGrpSpPr>
          <p:cNvPr id="193" name="Google Shape;193;p5">
            <a:extLst>
              <a:ext uri="{FF2B5EF4-FFF2-40B4-BE49-F238E27FC236}">
                <a16:creationId xmlns:a16="http://schemas.microsoft.com/office/drawing/2014/main" id="{771BEDFD-70C6-E06D-3A93-132034D14DC0}"/>
              </a:ext>
            </a:extLst>
          </p:cNvPr>
          <p:cNvGrpSpPr/>
          <p:nvPr/>
        </p:nvGrpSpPr>
        <p:grpSpPr>
          <a:xfrm>
            <a:off x="1782659" y="1240148"/>
            <a:ext cx="1674310" cy="1522886"/>
            <a:chOff x="3020983" y="881796"/>
            <a:chExt cx="2097410" cy="2097410"/>
          </a:xfrm>
        </p:grpSpPr>
        <p:grpSp>
          <p:nvGrpSpPr>
            <p:cNvPr id="194" name="Google Shape;194;p5">
              <a:extLst>
                <a:ext uri="{FF2B5EF4-FFF2-40B4-BE49-F238E27FC236}">
                  <a16:creationId xmlns:a16="http://schemas.microsoft.com/office/drawing/2014/main" id="{B9CB5E87-9B38-3F49-D2FF-B269AC203823}"/>
                </a:ext>
              </a:extLst>
            </p:cNvPr>
            <p:cNvGrpSpPr/>
            <p:nvPr/>
          </p:nvGrpSpPr>
          <p:grpSpPr>
            <a:xfrm>
              <a:off x="3020983" y="881796"/>
              <a:ext cx="2097410" cy="2097410"/>
              <a:chOff x="3099689" y="1098878"/>
              <a:chExt cx="1995612" cy="1995615"/>
            </a:xfrm>
          </p:grpSpPr>
          <p:grpSp>
            <p:nvGrpSpPr>
              <p:cNvPr id="195" name="Google Shape;195;p5">
                <a:extLst>
                  <a:ext uri="{FF2B5EF4-FFF2-40B4-BE49-F238E27FC236}">
                    <a16:creationId xmlns:a16="http://schemas.microsoft.com/office/drawing/2014/main" id="{A9A754BF-421D-1546-5C6C-7B31A547DE50}"/>
                  </a:ext>
                </a:extLst>
              </p:cNvPr>
              <p:cNvGrpSpPr/>
              <p:nvPr/>
            </p:nvGrpSpPr>
            <p:grpSpPr>
              <a:xfrm>
                <a:off x="3099689" y="1098878"/>
                <a:ext cx="1995612" cy="1995615"/>
                <a:chOff x="6804316" y="2574806"/>
                <a:chExt cx="3585705" cy="3585705"/>
              </a:xfrm>
            </p:grpSpPr>
            <p:sp>
              <p:nvSpPr>
                <p:cNvPr id="196" name="Google Shape;196;p5">
                  <a:extLst>
                    <a:ext uri="{FF2B5EF4-FFF2-40B4-BE49-F238E27FC236}">
                      <a16:creationId xmlns:a16="http://schemas.microsoft.com/office/drawing/2014/main" id="{80DBE5DE-F448-2A5B-B960-06243E1173F8}"/>
                    </a:ext>
                  </a:extLst>
                </p:cNvPr>
                <p:cNvSpPr/>
                <p:nvPr/>
              </p:nvSpPr>
              <p:spPr>
                <a:xfrm rot="-2700000">
                  <a:off x="7501948" y="2927402"/>
                  <a:ext cx="2190440" cy="2880512"/>
                </a:xfrm>
                <a:custGeom>
                  <a:avLst/>
                  <a:gdLst/>
                  <a:ahLst/>
                  <a:cxnLst/>
                  <a:rect l="l" t="t" r="r" b="b"/>
                  <a:pathLst>
                    <a:path w="1696474" h="2070736" extrusionOk="0">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7" name="Google Shape;197;p5">
                  <a:extLst>
                    <a:ext uri="{FF2B5EF4-FFF2-40B4-BE49-F238E27FC236}">
                      <a16:creationId xmlns:a16="http://schemas.microsoft.com/office/drawing/2014/main" id="{ED23395A-AF2E-B9D2-5D80-D93DA7BE7FDA}"/>
                    </a:ext>
                  </a:extLst>
                </p:cNvPr>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dist="88900" dir="2700000" algn="tl" rotWithShape="0">
                    <a:srgbClr val="494949">
                      <a:alpha val="2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8" name="Google Shape;198;p5">
                  <a:extLst>
                    <a:ext uri="{FF2B5EF4-FFF2-40B4-BE49-F238E27FC236}">
                      <a16:creationId xmlns:a16="http://schemas.microsoft.com/office/drawing/2014/main" id="{50B97483-4F35-DE4B-0AA2-B90A8FCE7D0C}"/>
                    </a:ext>
                  </a:extLst>
                </p:cNvPr>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199" name="Google Shape;199;p5">
                <a:extLst>
                  <a:ext uri="{FF2B5EF4-FFF2-40B4-BE49-F238E27FC236}">
                    <a16:creationId xmlns:a16="http://schemas.microsoft.com/office/drawing/2014/main" id="{46E2CE23-DF16-2EA7-46EF-38BCA8C9037B}"/>
                  </a:ext>
                </a:extLst>
              </p:cNvPr>
              <p:cNvSpPr/>
              <p:nvPr/>
            </p:nvSpPr>
            <p:spPr>
              <a:xfrm>
                <a:off x="3222820" y="1148080"/>
                <a:ext cx="1284820" cy="1284821"/>
              </a:xfrm>
              <a:prstGeom prst="ellipse">
                <a:avLst/>
              </a:prstGeom>
              <a:solidFill>
                <a:schemeClr val="lt1">
                  <a:alpha val="13725"/>
                </a:schemeClr>
              </a:solidFill>
              <a:ln w="15875" cap="flat" cmpd="sng">
                <a:solidFill>
                  <a:schemeClr val="lt1"/>
                </a:solidFill>
                <a:prstDash val="solid"/>
                <a:miter lim="800000"/>
                <a:headEnd type="none" w="sm" len="sm"/>
                <a:tailEnd type="none" w="sm" len="sm"/>
              </a:ln>
              <a:effectLst>
                <a:outerShdw blurRad="215900" dist="88900" dir="2700000" algn="tl" rotWithShape="0">
                  <a:srgbClr val="000000">
                    <a:alpha val="1098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200" name="Google Shape;200;p5">
              <a:extLst>
                <a:ext uri="{FF2B5EF4-FFF2-40B4-BE49-F238E27FC236}">
                  <a16:creationId xmlns:a16="http://schemas.microsoft.com/office/drawing/2014/main" id="{7C55004B-E236-D94E-5F0A-5AAC9C399795}"/>
                </a:ext>
              </a:extLst>
            </p:cNvPr>
            <p:cNvSpPr txBox="1"/>
            <p:nvPr/>
          </p:nvSpPr>
          <p:spPr>
            <a:xfrm>
              <a:off x="3514455" y="1292811"/>
              <a:ext cx="774240" cy="720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800" dirty="0">
                  <a:solidFill>
                    <a:srgbClr val="FFB850"/>
                  </a:solidFill>
                  <a:latin typeface="Impact"/>
                  <a:ea typeface="Impact"/>
                  <a:cs typeface="Impact"/>
                  <a:sym typeface="Impact"/>
                </a:rPr>
                <a:t>03</a:t>
              </a:r>
              <a:endParaRPr sz="2800" dirty="0">
                <a:solidFill>
                  <a:srgbClr val="FFB850"/>
                </a:solidFill>
                <a:latin typeface="Impact"/>
                <a:ea typeface="Impact"/>
                <a:cs typeface="Impact"/>
                <a:sym typeface="Impact"/>
              </a:endParaRPr>
            </a:p>
          </p:txBody>
        </p:sp>
      </p:grpSp>
      <p:sp>
        <p:nvSpPr>
          <p:cNvPr id="201" name="Google Shape;201;p5">
            <a:extLst>
              <a:ext uri="{FF2B5EF4-FFF2-40B4-BE49-F238E27FC236}">
                <a16:creationId xmlns:a16="http://schemas.microsoft.com/office/drawing/2014/main" id="{11DC5201-46BF-2240-3AE1-B9789DDBD96D}"/>
              </a:ext>
            </a:extLst>
          </p:cNvPr>
          <p:cNvSpPr txBox="1"/>
          <p:nvPr/>
        </p:nvSpPr>
        <p:spPr>
          <a:xfrm>
            <a:off x="2980807" y="1521544"/>
            <a:ext cx="690583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800" b="1" dirty="0">
                <a:solidFill>
                  <a:schemeClr val="dk1"/>
                </a:solidFill>
                <a:latin typeface="Times New Roman"/>
                <a:ea typeface="Times New Roman"/>
                <a:cs typeface="Times New Roman"/>
                <a:sym typeface="Times New Roman"/>
              </a:rPr>
              <a:t>Session, Cookies và JWT</a:t>
            </a:r>
            <a:endParaRPr sz="2800" b="1" dirty="0">
              <a:solidFill>
                <a:schemeClr val="dk1"/>
              </a:solidFill>
              <a:latin typeface="Times New Roman"/>
              <a:ea typeface="Times New Roman"/>
              <a:cs typeface="Times New Roman"/>
              <a:sym typeface="Times New Roman"/>
            </a:endParaRPr>
          </a:p>
        </p:txBody>
      </p:sp>
      <p:sp>
        <p:nvSpPr>
          <p:cNvPr id="202" name="Google Shape;202;p5">
            <a:extLst>
              <a:ext uri="{FF2B5EF4-FFF2-40B4-BE49-F238E27FC236}">
                <a16:creationId xmlns:a16="http://schemas.microsoft.com/office/drawing/2014/main" id="{BF1B1862-2660-4664-4576-6BC3924BA2CF}"/>
              </a:ext>
            </a:extLst>
          </p:cNvPr>
          <p:cNvSpPr/>
          <p:nvPr/>
        </p:nvSpPr>
        <p:spPr>
          <a:xfrm>
            <a:off x="1670730" y="2505849"/>
            <a:ext cx="9367384" cy="3437751"/>
          </a:xfrm>
          <a:prstGeom prst="rect">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45700" rIns="91425" bIns="45700" anchor="t" anchorCtr="0">
            <a:noAutofit/>
          </a:bodyPr>
          <a:lstStyle/>
          <a:p>
            <a:pPr marL="457200" marR="0" lvl="0" indent="-457200" algn="l" rtl="0">
              <a:spcBef>
                <a:spcPts val="0"/>
              </a:spcBef>
              <a:spcAft>
                <a:spcPts val="0"/>
              </a:spcAft>
              <a:buFontTx/>
              <a:buChar char="-"/>
            </a:pPr>
            <a:r>
              <a:rPr lang="vi-VN" sz="2800" dirty="0">
                <a:solidFill>
                  <a:schemeClr val="dk1"/>
                </a:solidFill>
                <a:latin typeface="Times New Roman" panose="02020603050405020304" pitchFamily="18" charset="0"/>
                <a:ea typeface="Times New Roman"/>
                <a:cs typeface="Times New Roman" panose="02020603050405020304" pitchFamily="18" charset="0"/>
                <a:sym typeface="Times New Roman"/>
              </a:rPr>
              <a:t>JWT là một chuẩn mở để truyền thông tin giữa các bên dưới dạng một chuỗi JSON.</a:t>
            </a:r>
          </a:p>
          <a:p>
            <a:pPr marL="457200" marR="0" lvl="0" indent="-457200" algn="l" rtl="0">
              <a:spcBef>
                <a:spcPts val="0"/>
              </a:spcBef>
              <a:spcAft>
                <a:spcPts val="0"/>
              </a:spcAft>
              <a:buFontTx/>
              <a:buChar char="-"/>
            </a:pPr>
            <a:r>
              <a:rPr lang="vi-VN" sz="2800" dirty="0">
                <a:solidFill>
                  <a:schemeClr val="dk1"/>
                </a:solidFill>
                <a:latin typeface="Times New Roman" panose="02020603050405020304" pitchFamily="18" charset="0"/>
                <a:ea typeface="Times New Roman"/>
                <a:cs typeface="Times New Roman" panose="02020603050405020304" pitchFamily="18" charset="0"/>
                <a:sym typeface="Times New Roman"/>
              </a:rPr>
              <a:t>JWT được ký số (signed) để đảm bảo tính toàn vẹn (integrity) và xác thực (authentication), không thể chỉnh sửa nội dung nếu không có khóa bí mật.</a:t>
            </a:r>
          </a:p>
        </p:txBody>
      </p:sp>
    </p:spTree>
    <p:extLst>
      <p:ext uri="{BB962C8B-B14F-4D97-AF65-F5344CB8AC3E}">
        <p14:creationId xmlns:p14="http://schemas.microsoft.com/office/powerpoint/2010/main" val="22109129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93"/>
                                        </p:tgtEl>
                                        <p:attrNameLst>
                                          <p:attrName>style.visibility</p:attrName>
                                        </p:attrNameLst>
                                      </p:cBhvr>
                                      <p:to>
                                        <p:strVal val="visible"/>
                                      </p:to>
                                    </p:set>
                                    <p:anim calcmode="lin" valueType="num">
                                      <p:cBhvr additive="base">
                                        <p:cTn id="7" dur="500"/>
                                        <p:tgtEl>
                                          <p:spTgt spid="193"/>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190"/>
                                        </p:tgtEl>
                                        <p:attrNameLst>
                                          <p:attrName>style.visibility</p:attrName>
                                        </p:attrNameLst>
                                      </p:cBhvr>
                                      <p:to>
                                        <p:strVal val="visible"/>
                                      </p:to>
                                    </p:set>
                                    <p:anim calcmode="lin" valueType="num">
                                      <p:cBhvr additive="base">
                                        <p:cTn id="10" dur="500"/>
                                        <p:tgtEl>
                                          <p:spTgt spid="19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6">
          <a:extLst>
            <a:ext uri="{FF2B5EF4-FFF2-40B4-BE49-F238E27FC236}">
              <a16:creationId xmlns:a16="http://schemas.microsoft.com/office/drawing/2014/main" id="{464BE347-ACD5-5106-EF8E-E0152AE2A2AC}"/>
            </a:ext>
          </a:extLst>
        </p:cNvPr>
        <p:cNvGrpSpPr/>
        <p:nvPr/>
      </p:nvGrpSpPr>
      <p:grpSpPr>
        <a:xfrm>
          <a:off x="0" y="0"/>
          <a:ext cx="0" cy="0"/>
          <a:chOff x="0" y="0"/>
          <a:chExt cx="0" cy="0"/>
        </a:xfrm>
      </p:grpSpPr>
      <p:grpSp>
        <p:nvGrpSpPr>
          <p:cNvPr id="190" name="Google Shape;190;p5">
            <a:extLst>
              <a:ext uri="{FF2B5EF4-FFF2-40B4-BE49-F238E27FC236}">
                <a16:creationId xmlns:a16="http://schemas.microsoft.com/office/drawing/2014/main" id="{8B6AC91E-0D5A-88C8-F5EA-FA56BA25E688}"/>
              </a:ext>
            </a:extLst>
          </p:cNvPr>
          <p:cNvGrpSpPr/>
          <p:nvPr/>
        </p:nvGrpSpPr>
        <p:grpSpPr>
          <a:xfrm>
            <a:off x="1670730" y="1263299"/>
            <a:ext cx="8616270" cy="1007332"/>
            <a:chOff x="3129129" y="1121776"/>
            <a:chExt cx="5933741" cy="1171624"/>
          </a:xfrm>
        </p:grpSpPr>
        <p:sp>
          <p:nvSpPr>
            <p:cNvPr id="191" name="Google Shape;191;p5">
              <a:extLst>
                <a:ext uri="{FF2B5EF4-FFF2-40B4-BE49-F238E27FC236}">
                  <a16:creationId xmlns:a16="http://schemas.microsoft.com/office/drawing/2014/main" id="{D4507D98-6429-CFD1-FA1A-903F03F52698}"/>
                </a:ext>
              </a:extLst>
            </p:cNvPr>
            <p:cNvSpPr/>
            <p:nvPr/>
          </p:nvSpPr>
          <p:spPr>
            <a:xfrm>
              <a:off x="3129129" y="1121776"/>
              <a:ext cx="5933741" cy="1171624"/>
            </a:xfrm>
            <a:prstGeom prst="roundRect">
              <a:avLst>
                <a:gd name="adj" fmla="val 50000"/>
              </a:avLst>
            </a:prstGeom>
            <a:solidFill>
              <a:srgbClr val="D8D8D8">
                <a:alpha val="49803"/>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sp>
          <p:nvSpPr>
            <p:cNvPr id="192" name="Google Shape;192;p5">
              <a:extLst>
                <a:ext uri="{FF2B5EF4-FFF2-40B4-BE49-F238E27FC236}">
                  <a16:creationId xmlns:a16="http://schemas.microsoft.com/office/drawing/2014/main" id="{EEB48343-68B5-4F09-BCEA-BE31021A8399}"/>
                </a:ext>
              </a:extLst>
            </p:cNvPr>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grpSp>
      <p:grpSp>
        <p:nvGrpSpPr>
          <p:cNvPr id="193" name="Google Shape;193;p5">
            <a:extLst>
              <a:ext uri="{FF2B5EF4-FFF2-40B4-BE49-F238E27FC236}">
                <a16:creationId xmlns:a16="http://schemas.microsoft.com/office/drawing/2014/main" id="{7A5AEF1F-114D-AA88-6E76-F9F208D55215}"/>
              </a:ext>
            </a:extLst>
          </p:cNvPr>
          <p:cNvGrpSpPr/>
          <p:nvPr/>
        </p:nvGrpSpPr>
        <p:grpSpPr>
          <a:xfrm>
            <a:off x="1782659" y="1240148"/>
            <a:ext cx="1674310" cy="1522886"/>
            <a:chOff x="3020983" y="881796"/>
            <a:chExt cx="2097410" cy="2097410"/>
          </a:xfrm>
        </p:grpSpPr>
        <p:grpSp>
          <p:nvGrpSpPr>
            <p:cNvPr id="194" name="Google Shape;194;p5">
              <a:extLst>
                <a:ext uri="{FF2B5EF4-FFF2-40B4-BE49-F238E27FC236}">
                  <a16:creationId xmlns:a16="http://schemas.microsoft.com/office/drawing/2014/main" id="{89CFFB08-5FBE-22A9-8012-302218FD3F3C}"/>
                </a:ext>
              </a:extLst>
            </p:cNvPr>
            <p:cNvGrpSpPr/>
            <p:nvPr/>
          </p:nvGrpSpPr>
          <p:grpSpPr>
            <a:xfrm>
              <a:off x="3020983" y="881796"/>
              <a:ext cx="2097410" cy="2097410"/>
              <a:chOff x="3099689" y="1098878"/>
              <a:chExt cx="1995612" cy="1995615"/>
            </a:xfrm>
          </p:grpSpPr>
          <p:grpSp>
            <p:nvGrpSpPr>
              <p:cNvPr id="195" name="Google Shape;195;p5">
                <a:extLst>
                  <a:ext uri="{FF2B5EF4-FFF2-40B4-BE49-F238E27FC236}">
                    <a16:creationId xmlns:a16="http://schemas.microsoft.com/office/drawing/2014/main" id="{9D23D236-0777-BA29-F0B6-4230738D25B5}"/>
                  </a:ext>
                </a:extLst>
              </p:cNvPr>
              <p:cNvGrpSpPr/>
              <p:nvPr/>
            </p:nvGrpSpPr>
            <p:grpSpPr>
              <a:xfrm>
                <a:off x="3099689" y="1098878"/>
                <a:ext cx="1995612" cy="1995615"/>
                <a:chOff x="6804316" y="2574806"/>
                <a:chExt cx="3585705" cy="3585705"/>
              </a:xfrm>
            </p:grpSpPr>
            <p:sp>
              <p:nvSpPr>
                <p:cNvPr id="196" name="Google Shape;196;p5">
                  <a:extLst>
                    <a:ext uri="{FF2B5EF4-FFF2-40B4-BE49-F238E27FC236}">
                      <a16:creationId xmlns:a16="http://schemas.microsoft.com/office/drawing/2014/main" id="{AF173D45-9CBF-D855-D849-662F8155228A}"/>
                    </a:ext>
                  </a:extLst>
                </p:cNvPr>
                <p:cNvSpPr/>
                <p:nvPr/>
              </p:nvSpPr>
              <p:spPr>
                <a:xfrm rot="-2700000">
                  <a:off x="7501948" y="2927402"/>
                  <a:ext cx="2190440" cy="2880512"/>
                </a:xfrm>
                <a:custGeom>
                  <a:avLst/>
                  <a:gdLst/>
                  <a:ahLst/>
                  <a:cxnLst/>
                  <a:rect l="l" t="t" r="r" b="b"/>
                  <a:pathLst>
                    <a:path w="1696474" h="2070736" extrusionOk="0">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7" name="Google Shape;197;p5">
                  <a:extLst>
                    <a:ext uri="{FF2B5EF4-FFF2-40B4-BE49-F238E27FC236}">
                      <a16:creationId xmlns:a16="http://schemas.microsoft.com/office/drawing/2014/main" id="{366EEC81-27AE-AE33-64E2-11F3BA9A0FD3}"/>
                    </a:ext>
                  </a:extLst>
                </p:cNvPr>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dist="88900" dir="2700000" algn="tl" rotWithShape="0">
                    <a:srgbClr val="494949">
                      <a:alpha val="2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8" name="Google Shape;198;p5">
                  <a:extLst>
                    <a:ext uri="{FF2B5EF4-FFF2-40B4-BE49-F238E27FC236}">
                      <a16:creationId xmlns:a16="http://schemas.microsoft.com/office/drawing/2014/main" id="{24BBF488-3AFE-CCF7-14C3-E74B5A3433F0}"/>
                    </a:ext>
                  </a:extLst>
                </p:cNvPr>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199" name="Google Shape;199;p5">
                <a:extLst>
                  <a:ext uri="{FF2B5EF4-FFF2-40B4-BE49-F238E27FC236}">
                    <a16:creationId xmlns:a16="http://schemas.microsoft.com/office/drawing/2014/main" id="{57F30AB8-0A91-9B7C-2172-31F2FB535892}"/>
                  </a:ext>
                </a:extLst>
              </p:cNvPr>
              <p:cNvSpPr/>
              <p:nvPr/>
            </p:nvSpPr>
            <p:spPr>
              <a:xfrm>
                <a:off x="3222820" y="1148080"/>
                <a:ext cx="1284820" cy="1284821"/>
              </a:xfrm>
              <a:prstGeom prst="ellipse">
                <a:avLst/>
              </a:prstGeom>
              <a:solidFill>
                <a:schemeClr val="lt1">
                  <a:alpha val="13725"/>
                </a:schemeClr>
              </a:solidFill>
              <a:ln w="15875" cap="flat" cmpd="sng">
                <a:solidFill>
                  <a:schemeClr val="lt1"/>
                </a:solidFill>
                <a:prstDash val="solid"/>
                <a:miter lim="800000"/>
                <a:headEnd type="none" w="sm" len="sm"/>
                <a:tailEnd type="none" w="sm" len="sm"/>
              </a:ln>
              <a:effectLst>
                <a:outerShdw blurRad="215900" dist="88900" dir="2700000" algn="tl" rotWithShape="0">
                  <a:srgbClr val="000000">
                    <a:alpha val="1098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200" name="Google Shape;200;p5">
              <a:extLst>
                <a:ext uri="{FF2B5EF4-FFF2-40B4-BE49-F238E27FC236}">
                  <a16:creationId xmlns:a16="http://schemas.microsoft.com/office/drawing/2014/main" id="{B23B6BD0-DE90-54C9-1261-66C269F8C162}"/>
                </a:ext>
              </a:extLst>
            </p:cNvPr>
            <p:cNvSpPr txBox="1"/>
            <p:nvPr/>
          </p:nvSpPr>
          <p:spPr>
            <a:xfrm>
              <a:off x="3514455" y="1292811"/>
              <a:ext cx="774240" cy="720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800" dirty="0">
                  <a:solidFill>
                    <a:srgbClr val="FFB850"/>
                  </a:solidFill>
                  <a:latin typeface="Impact"/>
                  <a:ea typeface="Impact"/>
                  <a:cs typeface="Impact"/>
                  <a:sym typeface="Impact"/>
                </a:rPr>
                <a:t>04</a:t>
              </a:r>
              <a:endParaRPr sz="2800" dirty="0">
                <a:solidFill>
                  <a:srgbClr val="FFB850"/>
                </a:solidFill>
                <a:latin typeface="Impact"/>
                <a:ea typeface="Impact"/>
                <a:cs typeface="Impact"/>
                <a:sym typeface="Impact"/>
              </a:endParaRPr>
            </a:p>
          </p:txBody>
        </p:sp>
      </p:grpSp>
      <p:sp>
        <p:nvSpPr>
          <p:cNvPr id="201" name="Google Shape;201;p5">
            <a:extLst>
              <a:ext uri="{FF2B5EF4-FFF2-40B4-BE49-F238E27FC236}">
                <a16:creationId xmlns:a16="http://schemas.microsoft.com/office/drawing/2014/main" id="{19ED765A-C085-FEE8-622C-71292258D8EE}"/>
              </a:ext>
            </a:extLst>
          </p:cNvPr>
          <p:cNvSpPr txBox="1"/>
          <p:nvPr/>
        </p:nvSpPr>
        <p:spPr>
          <a:xfrm>
            <a:off x="2980807" y="1521544"/>
            <a:ext cx="690583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800" b="1" dirty="0">
                <a:solidFill>
                  <a:schemeClr val="dk1"/>
                </a:solidFill>
                <a:latin typeface="Times New Roman"/>
                <a:ea typeface="Times New Roman"/>
                <a:cs typeface="Times New Roman"/>
                <a:sym typeface="Times New Roman"/>
              </a:rPr>
              <a:t>Kafka</a:t>
            </a:r>
            <a:endParaRPr sz="2800" b="1" dirty="0">
              <a:solidFill>
                <a:schemeClr val="dk1"/>
              </a:solidFill>
              <a:latin typeface="Times New Roman"/>
              <a:ea typeface="Times New Roman"/>
              <a:cs typeface="Times New Roman"/>
              <a:sym typeface="Times New Roman"/>
            </a:endParaRPr>
          </a:p>
        </p:txBody>
      </p:sp>
      <p:sp>
        <p:nvSpPr>
          <p:cNvPr id="202" name="Google Shape;202;p5">
            <a:extLst>
              <a:ext uri="{FF2B5EF4-FFF2-40B4-BE49-F238E27FC236}">
                <a16:creationId xmlns:a16="http://schemas.microsoft.com/office/drawing/2014/main" id="{CABFB5F9-45A6-F528-463B-AD5714B742AA}"/>
              </a:ext>
            </a:extLst>
          </p:cNvPr>
          <p:cNvSpPr/>
          <p:nvPr/>
        </p:nvSpPr>
        <p:spPr>
          <a:xfrm>
            <a:off x="1670730" y="2505849"/>
            <a:ext cx="9367384" cy="3437751"/>
          </a:xfrm>
          <a:prstGeom prst="rect">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vi-VN" sz="2800" b="0" i="0" dirty="0">
                <a:solidFill>
                  <a:srgbClr val="222222"/>
                </a:solidFill>
                <a:effectLst/>
                <a:latin typeface="Times New Roman" panose="02020603050405020304" pitchFamily="18" charset="0"/>
                <a:cs typeface="Times New Roman" panose="02020603050405020304" pitchFamily="18" charset="0"/>
              </a:rPr>
              <a:t>- Apache Kafka là một nền tảng streaming phân tán mạnh mẽ được thiết kế để xử lý dòng dữ liệu theo thời gian thực. Nó được phát triển bởi LinkedIn và sau đó trở thành dự án mã nguồn mở thuộc Apache Foundation.</a:t>
            </a:r>
          </a:p>
          <a:p>
            <a:pPr marL="0" marR="0" lvl="0" indent="0" algn="l" rtl="0">
              <a:spcBef>
                <a:spcPts val="0"/>
              </a:spcBef>
              <a:spcAft>
                <a:spcPts val="0"/>
              </a:spcAft>
              <a:buNone/>
            </a:pPr>
            <a:r>
              <a:rPr lang="vi-VN" sz="2800" b="0" i="0" dirty="0">
                <a:solidFill>
                  <a:srgbClr val="222222"/>
                </a:solidFill>
                <a:effectLst/>
                <a:latin typeface="Times New Roman" panose="02020603050405020304" pitchFamily="18" charset="0"/>
                <a:cs typeface="Times New Roman" panose="02020603050405020304" pitchFamily="18" charset="0"/>
              </a:rPr>
              <a:t>- Kafka thường được sử dụng để xây dựng các ứng dụng truyền tải và xử lý dữ liệu nhanh chóng, có khả năng mở rộng, đáng tin cậy, và hỗ trợ nhiều trường hợp sử dụng như: thu thập log, phân tích thời gian thực, và tích hợp dữ liệu giữa các hệ thống.</a:t>
            </a:r>
            <a:endParaRPr lang="vi-VN" sz="2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3280029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93"/>
                                        </p:tgtEl>
                                        <p:attrNameLst>
                                          <p:attrName>style.visibility</p:attrName>
                                        </p:attrNameLst>
                                      </p:cBhvr>
                                      <p:to>
                                        <p:strVal val="visible"/>
                                      </p:to>
                                    </p:set>
                                    <p:anim calcmode="lin" valueType="num">
                                      <p:cBhvr additive="base">
                                        <p:cTn id="7" dur="500"/>
                                        <p:tgtEl>
                                          <p:spTgt spid="193"/>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190"/>
                                        </p:tgtEl>
                                        <p:attrNameLst>
                                          <p:attrName>style.visibility</p:attrName>
                                        </p:attrNameLst>
                                      </p:cBhvr>
                                      <p:to>
                                        <p:strVal val="visible"/>
                                      </p:to>
                                    </p:set>
                                    <p:anim calcmode="lin" valueType="num">
                                      <p:cBhvr additive="base">
                                        <p:cTn id="10" dur="500"/>
                                        <p:tgtEl>
                                          <p:spTgt spid="19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1919</TotalTime>
  <Words>506</Words>
  <Application>Microsoft Office PowerPoint</Application>
  <PresentationFormat>Widescreen</PresentationFormat>
  <Paragraphs>43</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Wingdings 3</vt:lpstr>
      <vt:lpstr>Trebuchet MS</vt:lpstr>
      <vt:lpstr>Impact</vt:lpstr>
      <vt:lpstr>Times New Roman</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Nguyễn Lộc</cp:lastModifiedBy>
  <cp:revision>29</cp:revision>
  <dcterms:created xsi:type="dcterms:W3CDTF">2020-08-07T13:14:06Z</dcterms:created>
  <dcterms:modified xsi:type="dcterms:W3CDTF">2024-11-25T15:49:43Z</dcterms:modified>
</cp:coreProperties>
</file>