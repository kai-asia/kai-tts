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6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embeddedFontLst>
    <p:embeddedFont>
      <p:font typeface="Impact" panose="020B0806030902050204" pitchFamily="34" charset="0"/>
      <p:regular r:id="rId5"/>
    </p:embeddedFont>
    <p:embeddedFont>
      <p:font typeface="Trebuchet MS" panose="020B0603020202020204" pitchFamily="34" charset="0"/>
      <p:regular r:id="rId6"/>
      <p:bold r:id="rId7"/>
      <p:italic r:id="rId8"/>
      <p:boldItalic r:id="rId9"/>
    </p:embeddedFont>
    <p:embeddedFont>
      <p:font typeface="Wingdings 3" panose="05040102010807070707" pitchFamily="18" charset="2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0" roundtripDataSignature="AMtx7mhrTw11pZgumZFE/jrXWOBqTLd8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1F6B73-016E-4EF7-82AD-10CAB8160629}">
  <a:tblStyle styleId="{791F6B73-016E-4EF7-82AD-10CAB81606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6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62" Type="http://schemas.openxmlformats.org/officeDocument/2006/relationships/viewProps" Target="viewProps.xml"/><Relationship Id="rId2" Type="http://schemas.openxmlformats.org/officeDocument/2006/relationships/slide" Target="slides/slide1.xml"/><Relationship Id="rId16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60" Type="http://customschemas.google.com/relationships/presentationmetadata" Target="metadata"/><Relationship Id="rId10" Type="http://schemas.openxmlformats.org/officeDocument/2006/relationships/font" Target="fonts/font6.fntdata"/><Relationship Id="rId164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93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6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658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046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4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6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933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958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303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11702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9609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8741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680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7079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0443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9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/>
        </p:nvSpPr>
        <p:spPr>
          <a:xfrm>
            <a:off x="1676400" y="2819400"/>
            <a:ext cx="89154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154A8D"/>
                </a:solidFill>
                <a:latin typeface="Arial"/>
                <a:ea typeface="Arial"/>
                <a:cs typeface="Arial"/>
                <a:sym typeface="Arial"/>
              </a:rPr>
              <a:t>Java Backend</a:t>
            </a:r>
            <a:endParaRPr sz="6000" b="0" i="0" u="none" strike="noStrike" cap="none" dirty="0">
              <a:solidFill>
                <a:srgbClr val="154A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2022" y="914400"/>
            <a:ext cx="7445124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2"/>
          <p:cNvGrpSpPr/>
          <p:nvPr/>
        </p:nvGrpSpPr>
        <p:grpSpPr>
          <a:xfrm>
            <a:off x="358627" y="2689935"/>
            <a:ext cx="1930140" cy="1756753"/>
            <a:chOff x="2553093" y="952901"/>
            <a:chExt cx="2096908" cy="1866900"/>
          </a:xfrm>
        </p:grpSpPr>
        <p:sp>
          <p:nvSpPr>
            <p:cNvPr id="76" name="Google Shape;76;p2"/>
            <p:cNvSpPr/>
            <p:nvPr/>
          </p:nvSpPr>
          <p:spPr>
            <a:xfrm>
              <a:off x="2553093" y="952901"/>
              <a:ext cx="1866900" cy="1866900"/>
            </a:xfrm>
            <a:prstGeom prst="ellipse">
              <a:avLst/>
            </a:prstGeom>
            <a:gradFill>
              <a:gsLst>
                <a:gs pos="0">
                  <a:srgbClr val="F5F5F5"/>
                </a:gs>
                <a:gs pos="100000">
                  <a:srgbClr val="D8D8D8"/>
                </a:gs>
              </a:gsLst>
              <a:lin ang="2700000" scaled="0"/>
            </a:gradFill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008704" y="1150504"/>
              <a:ext cx="1429346" cy="1429345"/>
            </a:xfrm>
            <a:prstGeom prst="ellipse">
              <a:avLst/>
            </a:prstGeom>
            <a:solidFill>
              <a:srgbClr val="F2F2F2"/>
            </a:solidFill>
            <a:ln w="222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 txBox="1"/>
            <p:nvPr/>
          </p:nvSpPr>
          <p:spPr>
            <a:xfrm>
              <a:off x="2783718" y="1324275"/>
              <a:ext cx="1866283" cy="12724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663A7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NỘI DUNG</a:t>
              </a:r>
              <a:endParaRPr sz="2800" b="1" i="0" u="none" strike="noStrike" cap="none">
                <a:solidFill>
                  <a:srgbClr val="663A7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9" name="Google Shape;79;p2"/>
          <p:cNvGrpSpPr/>
          <p:nvPr/>
        </p:nvGrpSpPr>
        <p:grpSpPr>
          <a:xfrm>
            <a:off x="2139124" y="1571215"/>
            <a:ext cx="805150" cy="718592"/>
            <a:chOff x="3262497" y="1084626"/>
            <a:chExt cx="1126854" cy="958123"/>
          </a:xfrm>
        </p:grpSpPr>
        <p:grpSp>
          <p:nvGrpSpPr>
            <p:cNvPr id="80" name="Google Shape;80;p2"/>
            <p:cNvGrpSpPr/>
            <p:nvPr/>
          </p:nvGrpSpPr>
          <p:grpSpPr>
            <a:xfrm>
              <a:off x="3262497" y="1084626"/>
              <a:ext cx="1126854" cy="958123"/>
              <a:chOff x="2892834" y="1141776"/>
              <a:chExt cx="1126854" cy="958123"/>
            </a:xfrm>
          </p:grpSpPr>
          <p:sp>
            <p:nvSpPr>
              <p:cNvPr id="81" name="Google Shape;81;p2"/>
              <p:cNvSpPr/>
              <p:nvPr/>
            </p:nvSpPr>
            <p:spPr>
              <a:xfrm>
                <a:off x="2943363" y="1141776"/>
                <a:ext cx="1076325" cy="958123"/>
              </a:xfrm>
              <a:prstGeom prst="roundRect">
                <a:avLst>
                  <a:gd name="adj" fmla="val 13889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2892834" y="1178024"/>
                <a:ext cx="1063215" cy="901028"/>
              </a:xfrm>
              <a:prstGeom prst="roundRect">
                <a:avLst>
                  <a:gd name="adj" fmla="val 13889"/>
                </a:avLst>
              </a:prstGeom>
              <a:solidFill>
                <a:srgbClr val="FFB85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" name="Google Shape;83;p2"/>
            <p:cNvSpPr txBox="1"/>
            <p:nvPr/>
          </p:nvSpPr>
          <p:spPr>
            <a:xfrm>
              <a:off x="3266480" y="1209433"/>
              <a:ext cx="1030515" cy="697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Impact"/>
                  <a:ea typeface="Impact"/>
                  <a:cs typeface="Impact"/>
                  <a:sym typeface="Impact"/>
                </a:rPr>
                <a:t>01</a:t>
              </a:r>
              <a:endPara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84" name="Google Shape;84;p2"/>
          <p:cNvGrpSpPr/>
          <p:nvPr/>
        </p:nvGrpSpPr>
        <p:grpSpPr>
          <a:xfrm>
            <a:off x="2143179" y="2408314"/>
            <a:ext cx="801094" cy="803410"/>
            <a:chOff x="3142025" y="2335585"/>
            <a:chExt cx="1161462" cy="966191"/>
          </a:xfrm>
        </p:grpSpPr>
        <p:grpSp>
          <p:nvGrpSpPr>
            <p:cNvPr id="85" name="Google Shape;85;p2"/>
            <p:cNvGrpSpPr/>
            <p:nvPr/>
          </p:nvGrpSpPr>
          <p:grpSpPr>
            <a:xfrm>
              <a:off x="3155526" y="2335585"/>
              <a:ext cx="1147961" cy="966191"/>
              <a:chOff x="2785863" y="1141409"/>
              <a:chExt cx="1147961" cy="966191"/>
            </a:xfrm>
          </p:grpSpPr>
          <p:sp>
            <p:nvSpPr>
              <p:cNvPr id="86" name="Google Shape;86;p2"/>
              <p:cNvSpPr/>
              <p:nvPr/>
            </p:nvSpPr>
            <p:spPr>
              <a:xfrm>
                <a:off x="2857499" y="1149477"/>
                <a:ext cx="1076325" cy="958123"/>
              </a:xfrm>
              <a:prstGeom prst="roundRect">
                <a:avLst>
                  <a:gd name="adj" fmla="val 13889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2785863" y="1141409"/>
                <a:ext cx="1063215" cy="901028"/>
              </a:xfrm>
              <a:prstGeom prst="roundRect">
                <a:avLst>
                  <a:gd name="adj" fmla="val 13889"/>
                </a:avLst>
              </a:prstGeom>
              <a:solidFill>
                <a:srgbClr val="01ACB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" name="Google Shape;88;p2"/>
            <p:cNvSpPr txBox="1"/>
            <p:nvPr/>
          </p:nvSpPr>
          <p:spPr>
            <a:xfrm>
              <a:off x="3142025" y="2450258"/>
              <a:ext cx="1088129" cy="629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Impact"/>
                  <a:ea typeface="Impact"/>
                  <a:cs typeface="Impact"/>
                  <a:sym typeface="Impact"/>
                </a:rPr>
                <a:t>02</a:t>
              </a:r>
              <a:endPara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89" name="Google Shape;89;p2"/>
          <p:cNvGrpSpPr/>
          <p:nvPr/>
        </p:nvGrpSpPr>
        <p:grpSpPr>
          <a:xfrm>
            <a:off x="2116678" y="3258986"/>
            <a:ext cx="787200" cy="718592"/>
            <a:chOff x="3227162" y="3591385"/>
            <a:chExt cx="1089578" cy="958123"/>
          </a:xfrm>
        </p:grpSpPr>
        <p:grpSp>
          <p:nvGrpSpPr>
            <p:cNvPr id="90" name="Google Shape;90;p2"/>
            <p:cNvGrpSpPr/>
            <p:nvPr/>
          </p:nvGrpSpPr>
          <p:grpSpPr>
            <a:xfrm>
              <a:off x="3227162" y="3591385"/>
              <a:ext cx="1089578" cy="958123"/>
              <a:chOff x="2857499" y="1149477"/>
              <a:chExt cx="1089578" cy="958123"/>
            </a:xfrm>
          </p:grpSpPr>
          <p:sp>
            <p:nvSpPr>
              <p:cNvPr id="91" name="Google Shape;91;p2"/>
              <p:cNvSpPr/>
              <p:nvPr/>
            </p:nvSpPr>
            <p:spPr>
              <a:xfrm>
                <a:off x="2857499" y="1149477"/>
                <a:ext cx="1076325" cy="958123"/>
              </a:xfrm>
              <a:prstGeom prst="roundRect">
                <a:avLst>
                  <a:gd name="adj" fmla="val 13889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883862" y="1159582"/>
                <a:ext cx="1063215" cy="901028"/>
              </a:xfrm>
              <a:prstGeom prst="roundRect">
                <a:avLst>
                  <a:gd name="adj" fmla="val 13889"/>
                </a:avLst>
              </a:prstGeom>
              <a:solidFill>
                <a:srgbClr val="E8707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" name="Google Shape;93;p2"/>
            <p:cNvSpPr txBox="1"/>
            <p:nvPr/>
          </p:nvSpPr>
          <p:spPr>
            <a:xfrm>
              <a:off x="3250771" y="3701112"/>
              <a:ext cx="1030515" cy="697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Impact"/>
                  <a:ea typeface="Impact"/>
                  <a:cs typeface="Impact"/>
                  <a:sym typeface="Impact"/>
                </a:rPr>
                <a:t>03</a:t>
              </a:r>
              <a:endPara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3315327" y="1598401"/>
            <a:ext cx="6428734" cy="675771"/>
            <a:chOff x="4555084" y="1092328"/>
            <a:chExt cx="4697323" cy="1150809"/>
          </a:xfrm>
        </p:grpSpPr>
        <p:pic>
          <p:nvPicPr>
            <p:cNvPr id="100" name="Google Shape;100;p2"/>
            <p:cNvPicPr preferRelativeResize="0"/>
            <p:nvPr/>
          </p:nvPicPr>
          <p:blipFill rotWithShape="1">
            <a:blip r:embed="rId3">
              <a:alphaModFix/>
            </a:blip>
            <a:srcRect t="76775"/>
            <a:stretch/>
          </p:blipFill>
          <p:spPr>
            <a:xfrm>
              <a:off x="4926460" y="2041830"/>
              <a:ext cx="3646270" cy="2013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" name="Google Shape;101;p2"/>
            <p:cNvGrpSpPr/>
            <p:nvPr/>
          </p:nvGrpSpPr>
          <p:grpSpPr>
            <a:xfrm>
              <a:off x="4555084" y="1092328"/>
              <a:ext cx="4697323" cy="974451"/>
              <a:chOff x="4555084" y="1092328"/>
              <a:chExt cx="4697323" cy="974451"/>
            </a:xfrm>
          </p:grpSpPr>
          <p:pic>
            <p:nvPicPr>
              <p:cNvPr id="102" name="Google Shape;102;p2"/>
              <p:cNvPicPr preferRelativeResize="0"/>
              <p:nvPr/>
            </p:nvPicPr>
            <p:blipFill rotWithShape="1">
              <a:blip r:embed="rId3">
                <a:alphaModFix/>
              </a:blip>
              <a:srcRect t="76775"/>
              <a:stretch/>
            </p:blipFill>
            <p:spPr>
              <a:xfrm rot="-5400000">
                <a:off x="8600149" y="1414521"/>
                <a:ext cx="958122" cy="3463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" name="Google Shape;103;p2"/>
              <p:cNvSpPr/>
              <p:nvPr/>
            </p:nvSpPr>
            <p:spPr>
              <a:xfrm>
                <a:off x="4555084" y="1092328"/>
                <a:ext cx="4389024" cy="958122"/>
              </a:xfrm>
              <a:prstGeom prst="roundRect">
                <a:avLst>
                  <a:gd name="adj" fmla="val 9218"/>
                </a:avLst>
              </a:prstGeom>
              <a:gradFill>
                <a:gsLst>
                  <a:gs pos="0">
                    <a:srgbClr val="FDFDFD"/>
                  </a:gs>
                  <a:gs pos="47000">
                    <a:srgbClr val="FDFDFD"/>
                  </a:gs>
                  <a:gs pos="52999">
                    <a:srgbClr val="E8E8E8"/>
                  </a:gs>
                  <a:gs pos="100000">
                    <a:srgbClr val="ECECEC"/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2700000" algn="tl" rotWithShape="0">
                  <a:srgbClr val="000000">
                    <a:alpha val="1372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4" name="Google Shape;104;p2"/>
          <p:cNvGrpSpPr/>
          <p:nvPr/>
        </p:nvGrpSpPr>
        <p:grpSpPr>
          <a:xfrm>
            <a:off x="3224702" y="2413585"/>
            <a:ext cx="6523831" cy="735609"/>
            <a:chOff x="4555084" y="2343654"/>
            <a:chExt cx="4697324" cy="1145415"/>
          </a:xfrm>
        </p:grpSpPr>
        <p:pic>
          <p:nvPicPr>
            <p:cNvPr id="105" name="Google Shape;105;p2"/>
            <p:cNvPicPr preferRelativeResize="0"/>
            <p:nvPr/>
          </p:nvPicPr>
          <p:blipFill rotWithShape="1">
            <a:blip r:embed="rId3">
              <a:alphaModFix/>
            </a:blip>
            <a:srcRect t="76775"/>
            <a:stretch/>
          </p:blipFill>
          <p:spPr>
            <a:xfrm>
              <a:off x="4926460" y="3287762"/>
              <a:ext cx="3646270" cy="2013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6" name="Google Shape;106;p2"/>
            <p:cNvGrpSpPr/>
            <p:nvPr/>
          </p:nvGrpSpPr>
          <p:grpSpPr>
            <a:xfrm>
              <a:off x="4555084" y="2343654"/>
              <a:ext cx="4697324" cy="974451"/>
              <a:chOff x="4555084" y="2343654"/>
              <a:chExt cx="4697324" cy="974451"/>
            </a:xfrm>
          </p:grpSpPr>
          <p:pic>
            <p:nvPicPr>
              <p:cNvPr id="107" name="Google Shape;107;p2"/>
              <p:cNvPicPr preferRelativeResize="0"/>
              <p:nvPr/>
            </p:nvPicPr>
            <p:blipFill rotWithShape="1">
              <a:blip r:embed="rId3">
                <a:alphaModFix/>
              </a:blip>
              <a:srcRect t="76775"/>
              <a:stretch/>
            </p:blipFill>
            <p:spPr>
              <a:xfrm rot="-5400000">
                <a:off x="8600150" y="2665847"/>
                <a:ext cx="958122" cy="3463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8" name="Google Shape;108;p2"/>
              <p:cNvSpPr/>
              <p:nvPr/>
            </p:nvSpPr>
            <p:spPr>
              <a:xfrm>
                <a:off x="4555084" y="2343654"/>
                <a:ext cx="4389024" cy="958122"/>
              </a:xfrm>
              <a:prstGeom prst="roundRect">
                <a:avLst>
                  <a:gd name="adj" fmla="val 9218"/>
                </a:avLst>
              </a:prstGeom>
              <a:gradFill>
                <a:gsLst>
                  <a:gs pos="0">
                    <a:srgbClr val="FDFDFD"/>
                  </a:gs>
                  <a:gs pos="47000">
                    <a:srgbClr val="FDFDFD"/>
                  </a:gs>
                  <a:gs pos="52999">
                    <a:srgbClr val="E8E8E8"/>
                  </a:gs>
                  <a:gs pos="100000">
                    <a:srgbClr val="ECECEC"/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2700000" algn="tl" rotWithShape="0">
                  <a:srgbClr val="000000">
                    <a:alpha val="1372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9" name="Google Shape;109;p2"/>
          <p:cNvGrpSpPr/>
          <p:nvPr/>
        </p:nvGrpSpPr>
        <p:grpSpPr>
          <a:xfrm>
            <a:off x="3227203" y="3260108"/>
            <a:ext cx="6521206" cy="682227"/>
            <a:chOff x="4555084" y="3594980"/>
            <a:chExt cx="4697325" cy="1150703"/>
          </a:xfrm>
        </p:grpSpPr>
        <p:pic>
          <p:nvPicPr>
            <p:cNvPr id="110" name="Google Shape;110;p2"/>
            <p:cNvPicPr preferRelativeResize="0"/>
            <p:nvPr/>
          </p:nvPicPr>
          <p:blipFill rotWithShape="1">
            <a:blip r:embed="rId3">
              <a:alphaModFix/>
            </a:blip>
            <a:srcRect t="76775"/>
            <a:stretch/>
          </p:blipFill>
          <p:spPr>
            <a:xfrm>
              <a:off x="4926460" y="4544376"/>
              <a:ext cx="3646270" cy="2013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1" name="Google Shape;111;p2"/>
            <p:cNvGrpSpPr/>
            <p:nvPr/>
          </p:nvGrpSpPr>
          <p:grpSpPr>
            <a:xfrm>
              <a:off x="4555084" y="3594980"/>
              <a:ext cx="4697325" cy="974450"/>
              <a:chOff x="4555084" y="3594980"/>
              <a:chExt cx="4697325" cy="974450"/>
            </a:xfrm>
          </p:grpSpPr>
          <p:pic>
            <p:nvPicPr>
              <p:cNvPr id="112" name="Google Shape;112;p2"/>
              <p:cNvPicPr preferRelativeResize="0"/>
              <p:nvPr/>
            </p:nvPicPr>
            <p:blipFill rotWithShape="1">
              <a:blip r:embed="rId3">
                <a:alphaModFix/>
              </a:blip>
              <a:srcRect t="76775"/>
              <a:stretch/>
            </p:blipFill>
            <p:spPr>
              <a:xfrm rot="-5400000">
                <a:off x="8600151" y="3917172"/>
                <a:ext cx="958122" cy="3463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" name="Google Shape;113;p2"/>
              <p:cNvSpPr/>
              <p:nvPr/>
            </p:nvSpPr>
            <p:spPr>
              <a:xfrm>
                <a:off x="4555084" y="3594980"/>
                <a:ext cx="4389024" cy="958122"/>
              </a:xfrm>
              <a:prstGeom prst="roundRect">
                <a:avLst>
                  <a:gd name="adj" fmla="val 9218"/>
                </a:avLst>
              </a:prstGeom>
              <a:gradFill>
                <a:gsLst>
                  <a:gs pos="0">
                    <a:srgbClr val="FDFDFD"/>
                  </a:gs>
                  <a:gs pos="47000">
                    <a:srgbClr val="FDFDFD"/>
                  </a:gs>
                  <a:gs pos="52999">
                    <a:srgbClr val="E8E8E8"/>
                  </a:gs>
                  <a:gs pos="100000">
                    <a:srgbClr val="ECECEC"/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2700000" algn="tl" rotWithShape="0">
                  <a:srgbClr val="000000">
                    <a:alpha val="1372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4" name="Google Shape;114;p2"/>
          <p:cNvGrpSpPr/>
          <p:nvPr/>
        </p:nvGrpSpPr>
        <p:grpSpPr>
          <a:xfrm>
            <a:off x="3242960" y="4074674"/>
            <a:ext cx="6504673" cy="675771"/>
            <a:chOff x="4555085" y="4807551"/>
            <a:chExt cx="4697323" cy="974449"/>
          </a:xfrm>
        </p:grpSpPr>
        <p:pic>
          <p:nvPicPr>
            <p:cNvPr id="115" name="Google Shape;115;p2"/>
            <p:cNvPicPr preferRelativeResize="0"/>
            <p:nvPr/>
          </p:nvPicPr>
          <p:blipFill rotWithShape="1">
            <a:blip r:embed="rId3">
              <a:alphaModFix/>
            </a:blip>
            <a:srcRect t="76775"/>
            <a:stretch/>
          </p:blipFill>
          <p:spPr>
            <a:xfrm>
              <a:off x="4873327" y="5580404"/>
              <a:ext cx="3646270" cy="2013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6" name="Google Shape;116;p2"/>
            <p:cNvGrpSpPr/>
            <p:nvPr/>
          </p:nvGrpSpPr>
          <p:grpSpPr>
            <a:xfrm>
              <a:off x="4555085" y="4807551"/>
              <a:ext cx="4697323" cy="974449"/>
              <a:chOff x="4555085" y="4807551"/>
              <a:chExt cx="4697323" cy="974449"/>
            </a:xfrm>
          </p:grpSpPr>
          <p:pic>
            <p:nvPicPr>
              <p:cNvPr id="117" name="Google Shape;117;p2"/>
              <p:cNvPicPr preferRelativeResize="0"/>
              <p:nvPr/>
            </p:nvPicPr>
            <p:blipFill rotWithShape="1">
              <a:blip r:embed="rId3">
                <a:alphaModFix/>
              </a:blip>
              <a:srcRect t="76775"/>
              <a:stretch/>
            </p:blipFill>
            <p:spPr>
              <a:xfrm rot="-5400000">
                <a:off x="8600150" y="5129743"/>
                <a:ext cx="958122" cy="34639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8" name="Google Shape;118;p2"/>
              <p:cNvSpPr/>
              <p:nvPr/>
            </p:nvSpPr>
            <p:spPr>
              <a:xfrm>
                <a:off x="4555085" y="4807551"/>
                <a:ext cx="4389024" cy="958122"/>
              </a:xfrm>
              <a:prstGeom prst="roundRect">
                <a:avLst>
                  <a:gd name="adj" fmla="val 9218"/>
                </a:avLst>
              </a:prstGeom>
              <a:gradFill>
                <a:gsLst>
                  <a:gs pos="0">
                    <a:srgbClr val="FDFDFD"/>
                  </a:gs>
                  <a:gs pos="47000">
                    <a:srgbClr val="FDFDFD"/>
                  </a:gs>
                  <a:gs pos="52999">
                    <a:srgbClr val="E8E8E8"/>
                  </a:gs>
                  <a:gs pos="100000">
                    <a:srgbClr val="ECECEC"/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2700000" algn="tl" rotWithShape="0">
                  <a:srgbClr val="000000">
                    <a:alpha val="1372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9" name="Google Shape;119;p2"/>
          <p:cNvGrpSpPr/>
          <p:nvPr/>
        </p:nvGrpSpPr>
        <p:grpSpPr>
          <a:xfrm>
            <a:off x="2784174" y="1598401"/>
            <a:ext cx="778013" cy="3199307"/>
            <a:chOff x="3971019" y="796001"/>
            <a:chExt cx="989404" cy="5338506"/>
          </a:xfrm>
        </p:grpSpPr>
        <p:sp>
          <p:nvSpPr>
            <p:cNvPr id="120" name="Google Shape;120;p2"/>
            <p:cNvSpPr/>
            <p:nvPr/>
          </p:nvSpPr>
          <p:spPr>
            <a:xfrm>
              <a:off x="4614031" y="796001"/>
              <a:ext cx="346392" cy="5287413"/>
            </a:xfrm>
            <a:prstGeom prst="rect">
              <a:avLst/>
            </a:prstGeom>
            <a:gradFill>
              <a:gsLst>
                <a:gs pos="0">
                  <a:srgbClr val="000000">
                    <a:alpha val="7843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4178614" y="796001"/>
              <a:ext cx="452661" cy="5287413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" name="Google Shape;122;p2"/>
            <p:cNvPicPr preferRelativeResize="0"/>
            <p:nvPr/>
          </p:nvPicPr>
          <p:blipFill rotWithShape="1">
            <a:blip r:embed="rId3">
              <a:alphaModFix/>
            </a:blip>
            <a:srcRect t="76775"/>
            <a:stretch/>
          </p:blipFill>
          <p:spPr>
            <a:xfrm rot="5400000">
              <a:off x="1404452" y="3362569"/>
              <a:ext cx="5338505" cy="205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/>
            <p:nvPr/>
          </p:nvSpPr>
          <p:spPr>
            <a:xfrm rot="10800000">
              <a:off x="4614203" y="796001"/>
              <a:ext cx="345594" cy="920797"/>
            </a:xfrm>
            <a:custGeom>
              <a:avLst/>
              <a:gdLst/>
              <a:ahLst/>
              <a:cxnLst/>
              <a:rect l="l" t="t" r="r" b="b"/>
              <a:pathLst>
                <a:path w="10092" h="10000" extrusionOk="0">
                  <a:moveTo>
                    <a:pt x="0" y="8736"/>
                  </a:moveTo>
                  <a:lnTo>
                    <a:pt x="10092" y="0"/>
                  </a:lnTo>
                  <a:lnTo>
                    <a:pt x="10092" y="10000"/>
                  </a:lnTo>
                  <a:lnTo>
                    <a:pt x="92" y="10000"/>
                  </a:lnTo>
                  <a:cubicBezTo>
                    <a:pt x="30" y="8875"/>
                    <a:pt x="62" y="9861"/>
                    <a:pt x="0" y="8736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20784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 rot="5400000">
              <a:off x="4085362" y="2026910"/>
              <a:ext cx="1396262" cy="345868"/>
            </a:xfrm>
            <a:prstGeom prst="trapezoid">
              <a:avLst>
                <a:gd name="adj" fmla="val 173951"/>
              </a:avLst>
            </a:prstGeom>
            <a:gradFill>
              <a:gsLst>
                <a:gs pos="0">
                  <a:srgbClr val="F2F2F2">
                    <a:alpha val="0"/>
                  </a:srgbClr>
                </a:gs>
                <a:gs pos="100000">
                  <a:srgbClr val="000000">
                    <a:alpha val="2078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4085362" y="3275907"/>
              <a:ext cx="1396262" cy="345868"/>
            </a:xfrm>
            <a:prstGeom prst="trapezoid">
              <a:avLst>
                <a:gd name="adj" fmla="val 173951"/>
              </a:avLst>
            </a:prstGeom>
            <a:gradFill>
              <a:gsLst>
                <a:gs pos="0">
                  <a:srgbClr val="F2F2F2">
                    <a:alpha val="0"/>
                  </a:srgbClr>
                </a:gs>
                <a:gs pos="100000">
                  <a:srgbClr val="000000">
                    <a:alpha val="2078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 rot="5400000">
              <a:off x="4085362" y="4502881"/>
              <a:ext cx="1396262" cy="345868"/>
            </a:xfrm>
            <a:prstGeom prst="trapezoid">
              <a:avLst>
                <a:gd name="adj" fmla="val 173951"/>
              </a:avLst>
            </a:prstGeom>
            <a:gradFill>
              <a:gsLst>
                <a:gs pos="0">
                  <a:srgbClr val="F2F2F2">
                    <a:alpha val="0"/>
                  </a:srgbClr>
                </a:gs>
                <a:gs pos="100000">
                  <a:srgbClr val="000000">
                    <a:alpha val="2078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 flipH="1">
              <a:off x="4614203" y="5187950"/>
              <a:ext cx="345594" cy="895464"/>
            </a:xfrm>
            <a:custGeom>
              <a:avLst/>
              <a:gdLst/>
              <a:ahLst/>
              <a:cxnLst/>
              <a:rect l="l" t="t" r="r" b="b"/>
              <a:pathLst>
                <a:path w="10092" h="10000" extrusionOk="0">
                  <a:moveTo>
                    <a:pt x="0" y="8736"/>
                  </a:moveTo>
                  <a:lnTo>
                    <a:pt x="10092" y="0"/>
                  </a:lnTo>
                  <a:lnTo>
                    <a:pt x="10092" y="10000"/>
                  </a:lnTo>
                  <a:lnTo>
                    <a:pt x="92" y="10000"/>
                  </a:lnTo>
                  <a:cubicBezTo>
                    <a:pt x="30" y="8875"/>
                    <a:pt x="62" y="9861"/>
                    <a:pt x="0" y="8736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20784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2"/>
          <p:cNvSpPr txBox="1"/>
          <p:nvPr/>
        </p:nvSpPr>
        <p:spPr>
          <a:xfrm>
            <a:off x="3315326" y="1672543"/>
            <a:ext cx="530374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data JPA</a:t>
            </a:r>
            <a:endParaRPr sz="2800" b="1" dirty="0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3321731" y="2471629"/>
            <a:ext cx="541351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800" b="1" dirty="0">
                <a:solidFill>
                  <a:srgbClr val="01AC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Hibernate ORM</a:t>
            </a:r>
            <a:endParaRPr sz="2800" b="1" dirty="0">
              <a:solidFill>
                <a:srgbClr val="01AC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3287721" y="4151054"/>
            <a:ext cx="459595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663A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 b="1" dirty="0">
              <a:solidFill>
                <a:srgbClr val="663A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2" name="Google Shape;132;p2"/>
          <p:cNvGrpSpPr/>
          <p:nvPr/>
        </p:nvGrpSpPr>
        <p:grpSpPr>
          <a:xfrm>
            <a:off x="2115695" y="4074674"/>
            <a:ext cx="788184" cy="723034"/>
            <a:chOff x="2957626" y="3769915"/>
            <a:chExt cx="1113652" cy="964046"/>
          </a:xfrm>
        </p:grpSpPr>
        <p:grpSp>
          <p:nvGrpSpPr>
            <p:cNvPr id="133" name="Google Shape;133;p2"/>
            <p:cNvGrpSpPr/>
            <p:nvPr/>
          </p:nvGrpSpPr>
          <p:grpSpPr>
            <a:xfrm>
              <a:off x="2957626" y="3769915"/>
              <a:ext cx="1113652" cy="964046"/>
              <a:chOff x="2587963" y="111843"/>
              <a:chExt cx="1113652" cy="964046"/>
            </a:xfrm>
          </p:grpSpPr>
          <p:sp>
            <p:nvSpPr>
              <p:cNvPr id="134" name="Google Shape;134;p2"/>
              <p:cNvSpPr/>
              <p:nvPr/>
            </p:nvSpPr>
            <p:spPr>
              <a:xfrm>
                <a:off x="2587963" y="117766"/>
                <a:ext cx="1076325" cy="958123"/>
              </a:xfrm>
              <a:prstGeom prst="roundRect">
                <a:avLst>
                  <a:gd name="adj" fmla="val 13889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2638400" y="111843"/>
                <a:ext cx="1063215" cy="901028"/>
              </a:xfrm>
              <a:prstGeom prst="roundRect">
                <a:avLst>
                  <a:gd name="adj" fmla="val 13889"/>
                </a:avLst>
              </a:prstGeom>
              <a:solidFill>
                <a:srgbClr val="663A7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" name="Google Shape;136;p2"/>
            <p:cNvSpPr txBox="1"/>
            <p:nvPr/>
          </p:nvSpPr>
          <p:spPr>
            <a:xfrm>
              <a:off x="3008886" y="3882010"/>
              <a:ext cx="1030514" cy="697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lt1"/>
                  </a:solidFill>
                  <a:latin typeface="Impact"/>
                  <a:ea typeface="Impact"/>
                  <a:cs typeface="Impact"/>
                  <a:sym typeface="Impact"/>
                </a:rPr>
                <a:t>04</a:t>
              </a:r>
              <a:endParaRPr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6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1657</TotalTime>
  <Words>15</Words>
  <Application>Microsoft Office PowerPoint</Application>
  <PresentationFormat>Widescreen</PresentationFormat>
  <Paragraphs>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Times New Roman</vt:lpstr>
      <vt:lpstr>Calibri</vt:lpstr>
      <vt:lpstr>Wingdings 3</vt:lpstr>
      <vt:lpstr>Trebuchet MS</vt:lpstr>
      <vt:lpstr>Arial</vt:lpstr>
      <vt:lpstr>Impact</vt:lpstr>
      <vt:lpstr>Facet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Nguyễn Lộc</cp:lastModifiedBy>
  <cp:revision>25</cp:revision>
  <dcterms:created xsi:type="dcterms:W3CDTF">2020-08-07T13:14:06Z</dcterms:created>
  <dcterms:modified xsi:type="dcterms:W3CDTF">2024-11-12T17:16:40Z</dcterms:modified>
</cp:coreProperties>
</file>