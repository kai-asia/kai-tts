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6" r:id="rId1"/>
  </p:sldMasterIdLst>
  <p:notesMasterIdLst>
    <p:notesMasterId r:id="rId11"/>
  </p:notesMasterIdLst>
  <p:sldIdLst>
    <p:sldId id="256" r:id="rId2"/>
    <p:sldId id="257" r:id="rId3"/>
    <p:sldId id="260" r:id="rId4"/>
    <p:sldId id="261" r:id="rId5"/>
    <p:sldId id="262" r:id="rId6"/>
    <p:sldId id="263" r:id="rId7"/>
    <p:sldId id="264" r:id="rId8"/>
    <p:sldId id="265" r:id="rId9"/>
    <p:sldId id="266" r:id="rId10"/>
  </p:sldIdLst>
  <p:sldSz cx="12192000" cy="6858000"/>
  <p:notesSz cx="6858000" cy="9144000"/>
  <p:embeddedFontLst>
    <p:embeddedFont>
      <p:font typeface="Impact" panose="020B0806030902050204" pitchFamily="34" charset="0"/>
      <p:regular r:id="rId12"/>
    </p:embeddedFont>
    <p:embeddedFont>
      <p:font typeface="Trebuchet MS" panose="020B0603020202020204" pitchFamily="34" charset="0"/>
      <p:regular r:id="rId13"/>
      <p:bold r:id="rId14"/>
      <p:italic r:id="rId15"/>
      <p:boldItalic r:id="rId16"/>
    </p:embeddedFont>
    <p:embeddedFont>
      <p:font typeface="Wingdings 3" panose="05040102010807070707" pitchFamily="18" charset="2"/>
      <p:regular r:id="rId1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0" roundtripDataSignature="AMtx7mhrTw11pZgumZFE/jrXWOBqTLd87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91F6B73-016E-4EF7-82AD-10CAB8160629}">
  <a:tblStyle styleId="{791F6B73-016E-4EF7-82AD-10CAB816062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08" autoAdjust="0"/>
    <p:restoredTop sz="94660"/>
  </p:normalViewPr>
  <p:slideViewPr>
    <p:cSldViewPr snapToGrid="0">
      <p:cViewPr varScale="1">
        <p:scale>
          <a:sx n="103" d="100"/>
          <a:sy n="103" d="100"/>
        </p:scale>
        <p:origin x="894" y="11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6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162"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5.fntdata"/><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60" Type="http://customschemas.google.com/relationships/presentationmetadata" Target="metadata"/><Relationship Id="rId10" Type="http://schemas.openxmlformats.org/officeDocument/2006/relationships/slide" Target="slides/slide9.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 name="Google Shape;6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 name="Google Shape;7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5CB2DC24-8026-55B8-CA43-E964DE53A64E}"/>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FF28F591-4165-F8BF-083C-57C3F5B1DD5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a:extLst>
              <a:ext uri="{FF2B5EF4-FFF2-40B4-BE49-F238E27FC236}">
                <a16:creationId xmlns:a16="http://schemas.microsoft.com/office/drawing/2014/main" id="{0E35050C-F409-147E-0FC6-2202342442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399821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4F0CB980-4865-B9DE-A302-19DCD1E6F986}"/>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632E9F36-0EC8-3D28-1B51-70F94DC7D2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a:extLst>
              <a:ext uri="{FF2B5EF4-FFF2-40B4-BE49-F238E27FC236}">
                <a16:creationId xmlns:a16="http://schemas.microsoft.com/office/drawing/2014/main" id="{E32A1521-5CDC-D64A-76A2-1982F9AB5E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088520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357A101D-DF89-5201-CCF2-E5D031742E72}"/>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6D5A9EC4-C220-F3AB-B6BF-612D1200DB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a:extLst>
              <a:ext uri="{FF2B5EF4-FFF2-40B4-BE49-F238E27FC236}">
                <a16:creationId xmlns:a16="http://schemas.microsoft.com/office/drawing/2014/main" id="{C2FFA0E7-9B29-B81F-31F1-A990E28106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1657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78B098C8-FF38-998A-83D5-1F29DF7BA17F}"/>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5666C033-DD8F-F13B-9D2F-0339EEF29B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a:extLst>
              <a:ext uri="{FF2B5EF4-FFF2-40B4-BE49-F238E27FC236}">
                <a16:creationId xmlns:a16="http://schemas.microsoft.com/office/drawing/2014/main" id="{C2A99128-5973-CDD2-44FE-EEB8514C50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71127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A1874FA4-FB09-5AC8-A69E-55F3CD933D93}"/>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081E4092-82B2-C6C7-E273-C5F2622C0C7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a:extLst>
              <a:ext uri="{FF2B5EF4-FFF2-40B4-BE49-F238E27FC236}">
                <a16:creationId xmlns:a16="http://schemas.microsoft.com/office/drawing/2014/main" id="{9E5B102C-0F30-D2E5-6BF7-CCE19CD46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71738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D16014CA-CFBC-3F66-ECAF-47B6B69377D1}"/>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7F04526D-8441-0C67-17CE-0B17CE5F864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a:extLst>
              <a:ext uri="{FF2B5EF4-FFF2-40B4-BE49-F238E27FC236}">
                <a16:creationId xmlns:a16="http://schemas.microsoft.com/office/drawing/2014/main" id="{FD939652-FD11-A441-CEEF-49FB11E9C9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537051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95693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00625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206584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20673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25340469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165346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96162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3559332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38559581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70130312"/>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391170249"/>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00659609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14874148"/>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43468065"/>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28207079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02104436"/>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63397001"/>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19" r:id="rId13"/>
    <p:sldLayoutId id="2147483720" r:id="rId14"/>
    <p:sldLayoutId id="2147483721" r:id="rId15"/>
    <p:sldLayoutId id="2147483722" r:id="rId16"/>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4" name="Google Shape;64;p1"/>
          <p:cNvSpPr txBox="1"/>
          <p:nvPr/>
        </p:nvSpPr>
        <p:spPr>
          <a:xfrm>
            <a:off x="1676400" y="2819400"/>
            <a:ext cx="8915400" cy="9233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6000" b="0" i="0" u="none" strike="noStrike" cap="none" dirty="0">
                <a:solidFill>
                  <a:srgbClr val="154A8D"/>
                </a:solidFill>
                <a:latin typeface="Arial"/>
                <a:ea typeface="Arial"/>
                <a:cs typeface="Arial"/>
                <a:sym typeface="Arial"/>
              </a:rPr>
              <a:t>Java Backend</a:t>
            </a:r>
            <a:endParaRPr sz="6000" b="0" i="0" u="none" strike="noStrike" cap="none" dirty="0">
              <a:solidFill>
                <a:srgbClr val="154A8D"/>
              </a:solidFill>
              <a:latin typeface="Arial"/>
              <a:ea typeface="Arial"/>
              <a:cs typeface="Arial"/>
              <a:sym typeface="Arial"/>
            </a:endParaRPr>
          </a:p>
        </p:txBody>
      </p:sp>
      <p:pic>
        <p:nvPicPr>
          <p:cNvPr id="66" name="Google Shape;66;p1"/>
          <p:cNvPicPr preferRelativeResize="0"/>
          <p:nvPr/>
        </p:nvPicPr>
        <p:blipFill rotWithShape="1">
          <a:blip r:embed="rId3">
            <a:alphaModFix/>
          </a:blip>
          <a:srcRect/>
          <a:stretch/>
        </p:blipFill>
        <p:spPr>
          <a:xfrm>
            <a:off x="5162022" y="914400"/>
            <a:ext cx="7445124" cy="5029200"/>
          </a:xfrm>
          <a:prstGeom prst="rect">
            <a:avLst/>
          </a:prstGeom>
          <a:noFill/>
          <a:ln>
            <a:noFill/>
          </a:ln>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grpSp>
        <p:nvGrpSpPr>
          <p:cNvPr id="75" name="Google Shape;75;p2"/>
          <p:cNvGrpSpPr/>
          <p:nvPr/>
        </p:nvGrpSpPr>
        <p:grpSpPr>
          <a:xfrm>
            <a:off x="358627" y="2689935"/>
            <a:ext cx="1930140" cy="1756753"/>
            <a:chOff x="2553093" y="952901"/>
            <a:chExt cx="2096908" cy="1866900"/>
          </a:xfrm>
        </p:grpSpPr>
        <p:sp>
          <p:nvSpPr>
            <p:cNvPr id="76" name="Google Shape;76;p2"/>
            <p:cNvSpPr/>
            <p:nvPr/>
          </p:nvSpPr>
          <p:spPr>
            <a:xfrm>
              <a:off x="2553093" y="952901"/>
              <a:ext cx="1866900" cy="1866900"/>
            </a:xfrm>
            <a:prstGeom prst="ellipse">
              <a:avLst/>
            </a:prstGeom>
            <a:gradFill>
              <a:gsLst>
                <a:gs pos="0">
                  <a:srgbClr val="F5F5F5"/>
                </a:gs>
                <a:gs pos="100000">
                  <a:srgbClr val="D8D8D8"/>
                </a:gs>
              </a:gsLst>
              <a:lin ang="2700000" scaled="0"/>
            </a:gradFill>
            <a:ln w="22225" cap="flat" cmpd="sng">
              <a:solidFill>
                <a:schemeClr val="lt1"/>
              </a:solidFill>
              <a:prstDash val="solid"/>
              <a:miter lim="800000"/>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77" name="Google Shape;77;p2"/>
            <p:cNvSpPr/>
            <p:nvPr/>
          </p:nvSpPr>
          <p:spPr>
            <a:xfrm>
              <a:off x="3008704" y="1150504"/>
              <a:ext cx="1429346" cy="1429345"/>
            </a:xfrm>
            <a:prstGeom prst="ellipse">
              <a:avLst/>
            </a:prstGeom>
            <a:solidFill>
              <a:srgbClr val="F2F2F2"/>
            </a:solidFill>
            <a:ln w="22225"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78" name="Google Shape;78;p2"/>
            <p:cNvSpPr txBox="1"/>
            <p:nvPr/>
          </p:nvSpPr>
          <p:spPr>
            <a:xfrm>
              <a:off x="2783718" y="1324275"/>
              <a:ext cx="1866283" cy="127243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1" i="0" u="none" strike="noStrike" cap="none">
                  <a:solidFill>
                    <a:srgbClr val="663A77"/>
                  </a:solidFill>
                  <a:latin typeface="Times New Roman"/>
                  <a:ea typeface="Times New Roman"/>
                  <a:cs typeface="Times New Roman"/>
                  <a:sym typeface="Times New Roman"/>
                </a:rPr>
                <a:t>NỘI DUNG</a:t>
              </a:r>
              <a:endParaRPr sz="2800" b="1" i="0" u="none" strike="noStrike" cap="none">
                <a:solidFill>
                  <a:srgbClr val="663A77"/>
                </a:solidFill>
                <a:latin typeface="Times New Roman"/>
                <a:ea typeface="Times New Roman"/>
                <a:cs typeface="Times New Roman"/>
                <a:sym typeface="Times New Roman"/>
              </a:endParaRPr>
            </a:p>
          </p:txBody>
        </p:sp>
      </p:grpSp>
      <p:grpSp>
        <p:nvGrpSpPr>
          <p:cNvPr id="79" name="Google Shape;79;p2"/>
          <p:cNvGrpSpPr/>
          <p:nvPr/>
        </p:nvGrpSpPr>
        <p:grpSpPr>
          <a:xfrm>
            <a:off x="2139124" y="1571215"/>
            <a:ext cx="805150" cy="718592"/>
            <a:chOff x="3262497" y="1084626"/>
            <a:chExt cx="1126854" cy="958123"/>
          </a:xfrm>
        </p:grpSpPr>
        <p:grpSp>
          <p:nvGrpSpPr>
            <p:cNvPr id="80" name="Google Shape;80;p2"/>
            <p:cNvGrpSpPr/>
            <p:nvPr/>
          </p:nvGrpSpPr>
          <p:grpSpPr>
            <a:xfrm>
              <a:off x="3262497" y="1084626"/>
              <a:ext cx="1126854" cy="958123"/>
              <a:chOff x="2892834" y="1141776"/>
              <a:chExt cx="1126854" cy="958123"/>
            </a:xfrm>
          </p:grpSpPr>
          <p:sp>
            <p:nvSpPr>
              <p:cNvPr id="81" name="Google Shape;81;p2"/>
              <p:cNvSpPr/>
              <p:nvPr/>
            </p:nvSpPr>
            <p:spPr>
              <a:xfrm>
                <a:off x="2943363" y="1141776"/>
                <a:ext cx="1076325" cy="958123"/>
              </a:xfrm>
              <a:prstGeom prst="roundRect">
                <a:avLst>
                  <a:gd name="adj" fmla="val 13889"/>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sp>
            <p:nvSpPr>
              <p:cNvPr id="82" name="Google Shape;82;p2"/>
              <p:cNvSpPr/>
              <p:nvPr/>
            </p:nvSpPr>
            <p:spPr>
              <a:xfrm>
                <a:off x="2892834" y="1178024"/>
                <a:ext cx="1063215" cy="901028"/>
              </a:xfrm>
              <a:prstGeom prst="roundRect">
                <a:avLst>
                  <a:gd name="adj" fmla="val 13889"/>
                </a:avLst>
              </a:prstGeom>
              <a:solidFill>
                <a:srgbClr val="FFB85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grpSp>
        <p:sp>
          <p:nvSpPr>
            <p:cNvPr id="83" name="Google Shape;83;p2"/>
            <p:cNvSpPr txBox="1"/>
            <p:nvPr/>
          </p:nvSpPr>
          <p:spPr>
            <a:xfrm>
              <a:off x="3266480" y="1209433"/>
              <a:ext cx="1030515" cy="6976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0" i="0" u="none" strike="noStrike" cap="none">
                  <a:solidFill>
                    <a:schemeClr val="lt1"/>
                  </a:solidFill>
                  <a:latin typeface="Impact"/>
                  <a:ea typeface="Impact"/>
                  <a:cs typeface="Impact"/>
                  <a:sym typeface="Impact"/>
                </a:rPr>
                <a:t>01</a:t>
              </a:r>
              <a:endParaRPr sz="2800" b="0" i="0" u="none" strike="noStrike" cap="none">
                <a:solidFill>
                  <a:schemeClr val="lt1"/>
                </a:solidFill>
                <a:latin typeface="Impact"/>
                <a:ea typeface="Impact"/>
                <a:cs typeface="Impact"/>
                <a:sym typeface="Impact"/>
              </a:endParaRPr>
            </a:p>
          </p:txBody>
        </p:sp>
      </p:grpSp>
      <p:grpSp>
        <p:nvGrpSpPr>
          <p:cNvPr id="84" name="Google Shape;84;p2"/>
          <p:cNvGrpSpPr/>
          <p:nvPr/>
        </p:nvGrpSpPr>
        <p:grpSpPr>
          <a:xfrm>
            <a:off x="2143179" y="2408314"/>
            <a:ext cx="801094" cy="803410"/>
            <a:chOff x="3142025" y="2335585"/>
            <a:chExt cx="1161462" cy="966191"/>
          </a:xfrm>
        </p:grpSpPr>
        <p:grpSp>
          <p:nvGrpSpPr>
            <p:cNvPr id="85" name="Google Shape;85;p2"/>
            <p:cNvGrpSpPr/>
            <p:nvPr/>
          </p:nvGrpSpPr>
          <p:grpSpPr>
            <a:xfrm>
              <a:off x="3155526" y="2335585"/>
              <a:ext cx="1147961" cy="966191"/>
              <a:chOff x="2785863" y="1141409"/>
              <a:chExt cx="1147961" cy="966191"/>
            </a:xfrm>
          </p:grpSpPr>
          <p:sp>
            <p:nvSpPr>
              <p:cNvPr id="86" name="Google Shape;86;p2"/>
              <p:cNvSpPr/>
              <p:nvPr/>
            </p:nvSpPr>
            <p:spPr>
              <a:xfrm>
                <a:off x="2857499" y="1149477"/>
                <a:ext cx="1076325" cy="958123"/>
              </a:xfrm>
              <a:prstGeom prst="roundRect">
                <a:avLst>
                  <a:gd name="adj" fmla="val 13889"/>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sp>
            <p:nvSpPr>
              <p:cNvPr id="87" name="Google Shape;87;p2"/>
              <p:cNvSpPr/>
              <p:nvPr/>
            </p:nvSpPr>
            <p:spPr>
              <a:xfrm>
                <a:off x="2785863" y="1141409"/>
                <a:ext cx="1063215" cy="901028"/>
              </a:xfrm>
              <a:prstGeom prst="roundRect">
                <a:avLst>
                  <a:gd name="adj" fmla="val 13889"/>
                </a:avLst>
              </a:prstGeom>
              <a:solidFill>
                <a:srgbClr val="01ACB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grpSp>
        <p:sp>
          <p:nvSpPr>
            <p:cNvPr id="88" name="Google Shape;88;p2"/>
            <p:cNvSpPr txBox="1"/>
            <p:nvPr/>
          </p:nvSpPr>
          <p:spPr>
            <a:xfrm>
              <a:off x="3142025" y="2450258"/>
              <a:ext cx="1088129" cy="6292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0" i="0" u="none" strike="noStrike" cap="none">
                  <a:solidFill>
                    <a:schemeClr val="lt1"/>
                  </a:solidFill>
                  <a:latin typeface="Impact"/>
                  <a:ea typeface="Impact"/>
                  <a:cs typeface="Impact"/>
                  <a:sym typeface="Impact"/>
                </a:rPr>
                <a:t>02</a:t>
              </a:r>
              <a:endParaRPr sz="2800" b="0" i="0" u="none" strike="noStrike" cap="none">
                <a:solidFill>
                  <a:schemeClr val="lt1"/>
                </a:solidFill>
                <a:latin typeface="Impact"/>
                <a:ea typeface="Impact"/>
                <a:cs typeface="Impact"/>
                <a:sym typeface="Impact"/>
              </a:endParaRPr>
            </a:p>
          </p:txBody>
        </p:sp>
      </p:grpSp>
      <p:grpSp>
        <p:nvGrpSpPr>
          <p:cNvPr id="89" name="Google Shape;89;p2"/>
          <p:cNvGrpSpPr/>
          <p:nvPr/>
        </p:nvGrpSpPr>
        <p:grpSpPr>
          <a:xfrm>
            <a:off x="2116678" y="3258986"/>
            <a:ext cx="787200" cy="718592"/>
            <a:chOff x="3227162" y="3591385"/>
            <a:chExt cx="1089578" cy="958123"/>
          </a:xfrm>
        </p:grpSpPr>
        <p:grpSp>
          <p:nvGrpSpPr>
            <p:cNvPr id="90" name="Google Shape;90;p2"/>
            <p:cNvGrpSpPr/>
            <p:nvPr/>
          </p:nvGrpSpPr>
          <p:grpSpPr>
            <a:xfrm>
              <a:off x="3227162" y="3591385"/>
              <a:ext cx="1089578" cy="958123"/>
              <a:chOff x="2857499" y="1149477"/>
              <a:chExt cx="1089578" cy="958123"/>
            </a:xfrm>
          </p:grpSpPr>
          <p:sp>
            <p:nvSpPr>
              <p:cNvPr id="91" name="Google Shape;91;p2"/>
              <p:cNvSpPr/>
              <p:nvPr/>
            </p:nvSpPr>
            <p:spPr>
              <a:xfrm>
                <a:off x="2857499" y="1149477"/>
                <a:ext cx="1076325" cy="958123"/>
              </a:xfrm>
              <a:prstGeom prst="roundRect">
                <a:avLst>
                  <a:gd name="adj" fmla="val 13889"/>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sp>
            <p:nvSpPr>
              <p:cNvPr id="92" name="Google Shape;92;p2"/>
              <p:cNvSpPr/>
              <p:nvPr/>
            </p:nvSpPr>
            <p:spPr>
              <a:xfrm>
                <a:off x="2883862" y="1159582"/>
                <a:ext cx="1063215" cy="901028"/>
              </a:xfrm>
              <a:prstGeom prst="roundRect">
                <a:avLst>
                  <a:gd name="adj" fmla="val 13889"/>
                </a:avLst>
              </a:prstGeom>
              <a:solidFill>
                <a:srgbClr val="E8707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grpSp>
        <p:sp>
          <p:nvSpPr>
            <p:cNvPr id="93" name="Google Shape;93;p2"/>
            <p:cNvSpPr txBox="1"/>
            <p:nvPr/>
          </p:nvSpPr>
          <p:spPr>
            <a:xfrm>
              <a:off x="3250771" y="3701112"/>
              <a:ext cx="1030515" cy="6976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0" i="0" u="none" strike="noStrike" cap="none">
                  <a:solidFill>
                    <a:schemeClr val="lt1"/>
                  </a:solidFill>
                  <a:latin typeface="Impact"/>
                  <a:ea typeface="Impact"/>
                  <a:cs typeface="Impact"/>
                  <a:sym typeface="Impact"/>
                </a:rPr>
                <a:t>03</a:t>
              </a:r>
              <a:endParaRPr sz="2800" b="0" i="0" u="none" strike="noStrike" cap="none">
                <a:solidFill>
                  <a:schemeClr val="lt1"/>
                </a:solidFill>
                <a:latin typeface="Impact"/>
                <a:ea typeface="Impact"/>
                <a:cs typeface="Impact"/>
                <a:sym typeface="Impact"/>
              </a:endParaRPr>
            </a:p>
          </p:txBody>
        </p:sp>
      </p:grpSp>
      <p:grpSp>
        <p:nvGrpSpPr>
          <p:cNvPr id="99" name="Google Shape;99;p2"/>
          <p:cNvGrpSpPr/>
          <p:nvPr/>
        </p:nvGrpSpPr>
        <p:grpSpPr>
          <a:xfrm>
            <a:off x="3315327" y="1598401"/>
            <a:ext cx="6428734" cy="675771"/>
            <a:chOff x="4555084" y="1092328"/>
            <a:chExt cx="4697323" cy="1150809"/>
          </a:xfrm>
        </p:grpSpPr>
        <p:pic>
          <p:nvPicPr>
            <p:cNvPr id="100" name="Google Shape;100;p2"/>
            <p:cNvPicPr preferRelativeResize="0"/>
            <p:nvPr/>
          </p:nvPicPr>
          <p:blipFill rotWithShape="1">
            <a:blip r:embed="rId3">
              <a:alphaModFix/>
            </a:blip>
            <a:srcRect t="76775"/>
            <a:stretch/>
          </p:blipFill>
          <p:spPr>
            <a:xfrm>
              <a:off x="4926460" y="2041830"/>
              <a:ext cx="3646270" cy="201307"/>
            </a:xfrm>
            <a:prstGeom prst="rect">
              <a:avLst/>
            </a:prstGeom>
            <a:noFill/>
            <a:ln>
              <a:noFill/>
            </a:ln>
          </p:spPr>
        </p:pic>
        <p:grpSp>
          <p:nvGrpSpPr>
            <p:cNvPr id="101" name="Google Shape;101;p2"/>
            <p:cNvGrpSpPr/>
            <p:nvPr/>
          </p:nvGrpSpPr>
          <p:grpSpPr>
            <a:xfrm>
              <a:off x="4555084" y="1092328"/>
              <a:ext cx="4697323" cy="974451"/>
              <a:chOff x="4555084" y="1092328"/>
              <a:chExt cx="4697323" cy="974451"/>
            </a:xfrm>
          </p:grpSpPr>
          <p:pic>
            <p:nvPicPr>
              <p:cNvPr id="102" name="Google Shape;102;p2"/>
              <p:cNvPicPr preferRelativeResize="0"/>
              <p:nvPr/>
            </p:nvPicPr>
            <p:blipFill rotWithShape="1">
              <a:blip r:embed="rId3">
                <a:alphaModFix/>
              </a:blip>
              <a:srcRect t="76775"/>
              <a:stretch/>
            </p:blipFill>
            <p:spPr>
              <a:xfrm rot="-5400000">
                <a:off x="8600149" y="1414521"/>
                <a:ext cx="958122" cy="346394"/>
              </a:xfrm>
              <a:prstGeom prst="rect">
                <a:avLst/>
              </a:prstGeom>
              <a:noFill/>
              <a:ln>
                <a:noFill/>
              </a:ln>
            </p:spPr>
          </p:pic>
          <p:sp>
            <p:nvSpPr>
              <p:cNvPr id="103" name="Google Shape;103;p2"/>
              <p:cNvSpPr/>
              <p:nvPr/>
            </p:nvSpPr>
            <p:spPr>
              <a:xfrm>
                <a:off x="4555084" y="1092328"/>
                <a:ext cx="4389024" cy="958122"/>
              </a:xfrm>
              <a:prstGeom prst="roundRect">
                <a:avLst>
                  <a:gd name="adj" fmla="val 9218"/>
                </a:avLst>
              </a:prstGeom>
              <a:gradFill>
                <a:gsLst>
                  <a:gs pos="0">
                    <a:srgbClr val="FDFDFD"/>
                  </a:gs>
                  <a:gs pos="47000">
                    <a:srgbClr val="FDFDFD"/>
                  </a:gs>
                  <a:gs pos="52999">
                    <a:srgbClr val="E8E8E8"/>
                  </a:gs>
                  <a:gs pos="100000">
                    <a:srgbClr val="ECECEC"/>
                  </a:gs>
                </a:gsLst>
                <a:lin ang="5400000" scaled="0"/>
              </a:gradFill>
              <a:ln>
                <a:noFill/>
              </a:ln>
              <a:effectLst>
                <a:outerShdw blurRad="76200" dist="38100" dir="2700000" algn="tl" rotWithShape="0">
                  <a:srgbClr val="000000">
                    <a:alpha val="13725"/>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grpSp>
      </p:grpSp>
      <p:grpSp>
        <p:nvGrpSpPr>
          <p:cNvPr id="104" name="Google Shape;104;p2"/>
          <p:cNvGrpSpPr/>
          <p:nvPr/>
        </p:nvGrpSpPr>
        <p:grpSpPr>
          <a:xfrm>
            <a:off x="3224702" y="2413585"/>
            <a:ext cx="6523831" cy="735609"/>
            <a:chOff x="4555084" y="2343654"/>
            <a:chExt cx="4697324" cy="1145415"/>
          </a:xfrm>
        </p:grpSpPr>
        <p:pic>
          <p:nvPicPr>
            <p:cNvPr id="105" name="Google Shape;105;p2"/>
            <p:cNvPicPr preferRelativeResize="0"/>
            <p:nvPr/>
          </p:nvPicPr>
          <p:blipFill rotWithShape="1">
            <a:blip r:embed="rId3">
              <a:alphaModFix/>
            </a:blip>
            <a:srcRect t="76775"/>
            <a:stretch/>
          </p:blipFill>
          <p:spPr>
            <a:xfrm>
              <a:off x="4926460" y="3287762"/>
              <a:ext cx="3646270" cy="201307"/>
            </a:xfrm>
            <a:prstGeom prst="rect">
              <a:avLst/>
            </a:prstGeom>
            <a:noFill/>
            <a:ln>
              <a:noFill/>
            </a:ln>
          </p:spPr>
        </p:pic>
        <p:grpSp>
          <p:nvGrpSpPr>
            <p:cNvPr id="106" name="Google Shape;106;p2"/>
            <p:cNvGrpSpPr/>
            <p:nvPr/>
          </p:nvGrpSpPr>
          <p:grpSpPr>
            <a:xfrm>
              <a:off x="4555084" y="2343654"/>
              <a:ext cx="4697324" cy="974451"/>
              <a:chOff x="4555084" y="2343654"/>
              <a:chExt cx="4697324" cy="974451"/>
            </a:xfrm>
          </p:grpSpPr>
          <p:pic>
            <p:nvPicPr>
              <p:cNvPr id="107" name="Google Shape;107;p2"/>
              <p:cNvPicPr preferRelativeResize="0"/>
              <p:nvPr/>
            </p:nvPicPr>
            <p:blipFill rotWithShape="1">
              <a:blip r:embed="rId3">
                <a:alphaModFix/>
              </a:blip>
              <a:srcRect t="76775"/>
              <a:stretch/>
            </p:blipFill>
            <p:spPr>
              <a:xfrm rot="-5400000">
                <a:off x="8600150" y="2665847"/>
                <a:ext cx="958122" cy="346394"/>
              </a:xfrm>
              <a:prstGeom prst="rect">
                <a:avLst/>
              </a:prstGeom>
              <a:noFill/>
              <a:ln>
                <a:noFill/>
              </a:ln>
            </p:spPr>
          </p:pic>
          <p:sp>
            <p:nvSpPr>
              <p:cNvPr id="108" name="Google Shape;108;p2"/>
              <p:cNvSpPr/>
              <p:nvPr/>
            </p:nvSpPr>
            <p:spPr>
              <a:xfrm>
                <a:off x="4555084" y="2343654"/>
                <a:ext cx="4389024" cy="958122"/>
              </a:xfrm>
              <a:prstGeom prst="roundRect">
                <a:avLst>
                  <a:gd name="adj" fmla="val 9218"/>
                </a:avLst>
              </a:prstGeom>
              <a:gradFill>
                <a:gsLst>
                  <a:gs pos="0">
                    <a:srgbClr val="FDFDFD"/>
                  </a:gs>
                  <a:gs pos="47000">
                    <a:srgbClr val="FDFDFD"/>
                  </a:gs>
                  <a:gs pos="52999">
                    <a:srgbClr val="E8E8E8"/>
                  </a:gs>
                  <a:gs pos="100000">
                    <a:srgbClr val="ECECEC"/>
                  </a:gs>
                </a:gsLst>
                <a:lin ang="5400000" scaled="0"/>
              </a:gradFill>
              <a:ln>
                <a:noFill/>
              </a:ln>
              <a:effectLst>
                <a:outerShdw blurRad="76200" dist="38100" dir="2700000" algn="tl" rotWithShape="0">
                  <a:srgbClr val="000000">
                    <a:alpha val="13725"/>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dirty="0">
                  <a:solidFill>
                    <a:schemeClr val="lt1"/>
                  </a:solidFill>
                  <a:latin typeface="Arial"/>
                  <a:ea typeface="Arial"/>
                  <a:cs typeface="Arial"/>
                  <a:sym typeface="Arial"/>
                </a:endParaRPr>
              </a:p>
            </p:txBody>
          </p:sp>
        </p:grpSp>
      </p:grpSp>
      <p:grpSp>
        <p:nvGrpSpPr>
          <p:cNvPr id="109" name="Google Shape;109;p2"/>
          <p:cNvGrpSpPr/>
          <p:nvPr/>
        </p:nvGrpSpPr>
        <p:grpSpPr>
          <a:xfrm>
            <a:off x="3227203" y="3260108"/>
            <a:ext cx="6521206" cy="682227"/>
            <a:chOff x="4555084" y="3594980"/>
            <a:chExt cx="4697325" cy="1150703"/>
          </a:xfrm>
        </p:grpSpPr>
        <p:pic>
          <p:nvPicPr>
            <p:cNvPr id="110" name="Google Shape;110;p2"/>
            <p:cNvPicPr preferRelativeResize="0"/>
            <p:nvPr/>
          </p:nvPicPr>
          <p:blipFill rotWithShape="1">
            <a:blip r:embed="rId3">
              <a:alphaModFix/>
            </a:blip>
            <a:srcRect t="76775"/>
            <a:stretch/>
          </p:blipFill>
          <p:spPr>
            <a:xfrm>
              <a:off x="4926460" y="4544376"/>
              <a:ext cx="3646270" cy="201307"/>
            </a:xfrm>
            <a:prstGeom prst="rect">
              <a:avLst/>
            </a:prstGeom>
            <a:noFill/>
            <a:ln>
              <a:noFill/>
            </a:ln>
          </p:spPr>
        </p:pic>
        <p:grpSp>
          <p:nvGrpSpPr>
            <p:cNvPr id="111" name="Google Shape;111;p2"/>
            <p:cNvGrpSpPr/>
            <p:nvPr/>
          </p:nvGrpSpPr>
          <p:grpSpPr>
            <a:xfrm>
              <a:off x="4555084" y="3594980"/>
              <a:ext cx="4697325" cy="974450"/>
              <a:chOff x="4555084" y="3594980"/>
              <a:chExt cx="4697325" cy="974450"/>
            </a:xfrm>
          </p:grpSpPr>
          <p:pic>
            <p:nvPicPr>
              <p:cNvPr id="112" name="Google Shape;112;p2"/>
              <p:cNvPicPr preferRelativeResize="0"/>
              <p:nvPr/>
            </p:nvPicPr>
            <p:blipFill rotWithShape="1">
              <a:blip r:embed="rId3">
                <a:alphaModFix/>
              </a:blip>
              <a:srcRect t="76775"/>
              <a:stretch/>
            </p:blipFill>
            <p:spPr>
              <a:xfrm rot="-5400000">
                <a:off x="8600151" y="3917172"/>
                <a:ext cx="958122" cy="346394"/>
              </a:xfrm>
              <a:prstGeom prst="rect">
                <a:avLst/>
              </a:prstGeom>
              <a:noFill/>
              <a:ln>
                <a:noFill/>
              </a:ln>
            </p:spPr>
          </p:pic>
          <p:sp>
            <p:nvSpPr>
              <p:cNvPr id="113" name="Google Shape;113;p2"/>
              <p:cNvSpPr/>
              <p:nvPr/>
            </p:nvSpPr>
            <p:spPr>
              <a:xfrm>
                <a:off x="4555084" y="3594980"/>
                <a:ext cx="4389024" cy="958122"/>
              </a:xfrm>
              <a:prstGeom prst="roundRect">
                <a:avLst>
                  <a:gd name="adj" fmla="val 9218"/>
                </a:avLst>
              </a:prstGeom>
              <a:gradFill>
                <a:gsLst>
                  <a:gs pos="0">
                    <a:srgbClr val="FDFDFD"/>
                  </a:gs>
                  <a:gs pos="47000">
                    <a:srgbClr val="FDFDFD"/>
                  </a:gs>
                  <a:gs pos="52999">
                    <a:srgbClr val="E8E8E8"/>
                  </a:gs>
                  <a:gs pos="100000">
                    <a:srgbClr val="ECECEC"/>
                  </a:gs>
                </a:gsLst>
                <a:lin ang="5400000" scaled="0"/>
              </a:gradFill>
              <a:ln>
                <a:noFill/>
              </a:ln>
              <a:effectLst>
                <a:outerShdw blurRad="76200" dist="38100" dir="2700000" algn="tl" rotWithShape="0">
                  <a:srgbClr val="000000">
                    <a:alpha val="13725"/>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dirty="0">
                  <a:solidFill>
                    <a:schemeClr val="lt1"/>
                  </a:solidFill>
                  <a:latin typeface="Arial"/>
                  <a:ea typeface="Arial"/>
                  <a:cs typeface="Arial"/>
                  <a:sym typeface="Arial"/>
                </a:endParaRPr>
              </a:p>
            </p:txBody>
          </p:sp>
        </p:grpSp>
      </p:grpSp>
      <p:grpSp>
        <p:nvGrpSpPr>
          <p:cNvPr id="114" name="Google Shape;114;p2"/>
          <p:cNvGrpSpPr/>
          <p:nvPr/>
        </p:nvGrpSpPr>
        <p:grpSpPr>
          <a:xfrm>
            <a:off x="3287073" y="4082877"/>
            <a:ext cx="6504673" cy="675771"/>
            <a:chOff x="4555085" y="4807551"/>
            <a:chExt cx="4697323" cy="974449"/>
          </a:xfrm>
        </p:grpSpPr>
        <p:pic>
          <p:nvPicPr>
            <p:cNvPr id="115" name="Google Shape;115;p2"/>
            <p:cNvPicPr preferRelativeResize="0"/>
            <p:nvPr/>
          </p:nvPicPr>
          <p:blipFill rotWithShape="1">
            <a:blip r:embed="rId3">
              <a:alphaModFix/>
            </a:blip>
            <a:srcRect t="76775"/>
            <a:stretch/>
          </p:blipFill>
          <p:spPr>
            <a:xfrm>
              <a:off x="4873327" y="5580404"/>
              <a:ext cx="3646270" cy="201307"/>
            </a:xfrm>
            <a:prstGeom prst="rect">
              <a:avLst/>
            </a:prstGeom>
            <a:noFill/>
            <a:ln>
              <a:noFill/>
            </a:ln>
          </p:spPr>
        </p:pic>
        <p:grpSp>
          <p:nvGrpSpPr>
            <p:cNvPr id="116" name="Google Shape;116;p2"/>
            <p:cNvGrpSpPr/>
            <p:nvPr/>
          </p:nvGrpSpPr>
          <p:grpSpPr>
            <a:xfrm>
              <a:off x="4555085" y="4807551"/>
              <a:ext cx="4697323" cy="974449"/>
              <a:chOff x="4555085" y="4807551"/>
              <a:chExt cx="4697323" cy="974449"/>
            </a:xfrm>
          </p:grpSpPr>
          <p:pic>
            <p:nvPicPr>
              <p:cNvPr id="117" name="Google Shape;117;p2"/>
              <p:cNvPicPr preferRelativeResize="0"/>
              <p:nvPr/>
            </p:nvPicPr>
            <p:blipFill rotWithShape="1">
              <a:blip r:embed="rId3">
                <a:alphaModFix/>
              </a:blip>
              <a:srcRect t="76775"/>
              <a:stretch/>
            </p:blipFill>
            <p:spPr>
              <a:xfrm rot="-5400000">
                <a:off x="8600150" y="5129743"/>
                <a:ext cx="958122" cy="346393"/>
              </a:xfrm>
              <a:prstGeom prst="rect">
                <a:avLst/>
              </a:prstGeom>
              <a:noFill/>
              <a:ln>
                <a:noFill/>
              </a:ln>
            </p:spPr>
          </p:pic>
          <p:sp>
            <p:nvSpPr>
              <p:cNvPr id="118" name="Google Shape;118;p2"/>
              <p:cNvSpPr/>
              <p:nvPr/>
            </p:nvSpPr>
            <p:spPr>
              <a:xfrm>
                <a:off x="4555085" y="4807551"/>
                <a:ext cx="4389024" cy="958122"/>
              </a:xfrm>
              <a:prstGeom prst="roundRect">
                <a:avLst>
                  <a:gd name="adj" fmla="val 9218"/>
                </a:avLst>
              </a:prstGeom>
              <a:gradFill>
                <a:gsLst>
                  <a:gs pos="0">
                    <a:srgbClr val="FDFDFD"/>
                  </a:gs>
                  <a:gs pos="47000">
                    <a:srgbClr val="FDFDFD"/>
                  </a:gs>
                  <a:gs pos="52999">
                    <a:srgbClr val="E8E8E8"/>
                  </a:gs>
                  <a:gs pos="100000">
                    <a:srgbClr val="ECECEC"/>
                  </a:gs>
                </a:gsLst>
                <a:lin ang="5400000" scaled="0"/>
              </a:gradFill>
              <a:ln>
                <a:noFill/>
              </a:ln>
              <a:effectLst>
                <a:outerShdw blurRad="76200" dist="38100" dir="2700000" algn="tl" rotWithShape="0">
                  <a:srgbClr val="000000">
                    <a:alpha val="13725"/>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dirty="0">
                  <a:solidFill>
                    <a:schemeClr val="lt1"/>
                  </a:solidFill>
                  <a:latin typeface="Arial"/>
                  <a:ea typeface="Arial"/>
                  <a:cs typeface="Arial"/>
                  <a:sym typeface="Arial"/>
                </a:endParaRPr>
              </a:p>
            </p:txBody>
          </p:sp>
        </p:grpSp>
      </p:grpSp>
      <p:grpSp>
        <p:nvGrpSpPr>
          <p:cNvPr id="119" name="Google Shape;119;p2"/>
          <p:cNvGrpSpPr/>
          <p:nvPr/>
        </p:nvGrpSpPr>
        <p:grpSpPr>
          <a:xfrm>
            <a:off x="2784174" y="1598401"/>
            <a:ext cx="778013" cy="3199307"/>
            <a:chOff x="3971019" y="796001"/>
            <a:chExt cx="989404" cy="5338506"/>
          </a:xfrm>
        </p:grpSpPr>
        <p:sp>
          <p:nvSpPr>
            <p:cNvPr id="120" name="Google Shape;120;p2"/>
            <p:cNvSpPr/>
            <p:nvPr/>
          </p:nvSpPr>
          <p:spPr>
            <a:xfrm>
              <a:off x="4614031" y="796001"/>
              <a:ext cx="346392" cy="5287413"/>
            </a:xfrm>
            <a:prstGeom prst="rect">
              <a:avLst/>
            </a:prstGeom>
            <a:gradFill>
              <a:gsLst>
                <a:gs pos="0">
                  <a:srgbClr val="000000">
                    <a:alpha val="7843"/>
                  </a:srgbClr>
                </a:gs>
                <a:gs pos="100000">
                  <a:srgbClr val="F2F2F2">
                    <a:alpha val="0"/>
                  </a:srgbClr>
                </a:gs>
              </a:gsLst>
              <a:lin ang="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dirty="0">
                <a:solidFill>
                  <a:schemeClr val="lt1"/>
                </a:solidFill>
                <a:latin typeface="Arial"/>
                <a:ea typeface="Arial"/>
                <a:cs typeface="Arial"/>
                <a:sym typeface="Arial"/>
              </a:endParaRPr>
            </a:p>
          </p:txBody>
        </p:sp>
        <p:sp>
          <p:nvSpPr>
            <p:cNvPr id="121" name="Google Shape;121;p2"/>
            <p:cNvSpPr/>
            <p:nvPr/>
          </p:nvSpPr>
          <p:spPr>
            <a:xfrm>
              <a:off x="4178614" y="796001"/>
              <a:ext cx="452661" cy="5287413"/>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pic>
          <p:nvPicPr>
            <p:cNvPr id="122" name="Google Shape;122;p2"/>
            <p:cNvPicPr preferRelativeResize="0"/>
            <p:nvPr/>
          </p:nvPicPr>
          <p:blipFill rotWithShape="1">
            <a:blip r:embed="rId3">
              <a:alphaModFix/>
            </a:blip>
            <a:srcRect t="76775"/>
            <a:stretch/>
          </p:blipFill>
          <p:spPr>
            <a:xfrm rot="5400000">
              <a:off x="1404452" y="3362569"/>
              <a:ext cx="5338505" cy="205371"/>
            </a:xfrm>
            <a:prstGeom prst="rect">
              <a:avLst/>
            </a:prstGeom>
            <a:noFill/>
            <a:ln>
              <a:noFill/>
            </a:ln>
          </p:spPr>
        </p:pic>
        <p:sp>
          <p:nvSpPr>
            <p:cNvPr id="123" name="Google Shape;123;p2"/>
            <p:cNvSpPr/>
            <p:nvPr/>
          </p:nvSpPr>
          <p:spPr>
            <a:xfrm rot="10800000">
              <a:off x="4614203" y="796001"/>
              <a:ext cx="345594" cy="920797"/>
            </a:xfrm>
            <a:custGeom>
              <a:avLst/>
              <a:gdLst/>
              <a:ahLst/>
              <a:cxnLst/>
              <a:rect l="l" t="t" r="r" b="b"/>
              <a:pathLst>
                <a:path w="10092" h="10000" extrusionOk="0">
                  <a:moveTo>
                    <a:pt x="0" y="8736"/>
                  </a:moveTo>
                  <a:lnTo>
                    <a:pt x="10092" y="0"/>
                  </a:lnTo>
                  <a:lnTo>
                    <a:pt x="10092" y="10000"/>
                  </a:lnTo>
                  <a:lnTo>
                    <a:pt x="92" y="10000"/>
                  </a:lnTo>
                  <a:cubicBezTo>
                    <a:pt x="30" y="8875"/>
                    <a:pt x="62" y="9861"/>
                    <a:pt x="0" y="8736"/>
                  </a:cubicBezTo>
                  <a:close/>
                </a:path>
              </a:pathLst>
            </a:custGeom>
            <a:gradFill>
              <a:gsLst>
                <a:gs pos="0">
                  <a:srgbClr val="000000">
                    <a:alpha val="20784"/>
                  </a:srgbClr>
                </a:gs>
                <a:gs pos="100000">
                  <a:srgbClr val="F2F2F2">
                    <a:alpha val="0"/>
                  </a:srgbClr>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sp>
          <p:nvSpPr>
            <p:cNvPr id="124" name="Google Shape;124;p2"/>
            <p:cNvSpPr/>
            <p:nvPr/>
          </p:nvSpPr>
          <p:spPr>
            <a:xfrm rot="5400000">
              <a:off x="4085362" y="2026910"/>
              <a:ext cx="1396262" cy="345868"/>
            </a:xfrm>
            <a:prstGeom prst="trapezoid">
              <a:avLst>
                <a:gd name="adj" fmla="val 173951"/>
              </a:avLst>
            </a:prstGeom>
            <a:gradFill>
              <a:gsLst>
                <a:gs pos="0">
                  <a:srgbClr val="F2F2F2">
                    <a:alpha val="0"/>
                  </a:srgbClr>
                </a:gs>
                <a:gs pos="100000">
                  <a:srgbClr val="000000">
                    <a:alpha val="20784"/>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sp>
          <p:nvSpPr>
            <p:cNvPr id="125" name="Google Shape;125;p2"/>
            <p:cNvSpPr/>
            <p:nvPr/>
          </p:nvSpPr>
          <p:spPr>
            <a:xfrm rot="5400000">
              <a:off x="4085362" y="3275907"/>
              <a:ext cx="1396262" cy="345868"/>
            </a:xfrm>
            <a:prstGeom prst="trapezoid">
              <a:avLst>
                <a:gd name="adj" fmla="val 173951"/>
              </a:avLst>
            </a:prstGeom>
            <a:gradFill>
              <a:gsLst>
                <a:gs pos="0">
                  <a:srgbClr val="F2F2F2">
                    <a:alpha val="0"/>
                  </a:srgbClr>
                </a:gs>
                <a:gs pos="100000">
                  <a:srgbClr val="000000">
                    <a:alpha val="20784"/>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sp>
          <p:nvSpPr>
            <p:cNvPr id="126" name="Google Shape;126;p2"/>
            <p:cNvSpPr/>
            <p:nvPr/>
          </p:nvSpPr>
          <p:spPr>
            <a:xfrm rot="5400000">
              <a:off x="4085362" y="4502881"/>
              <a:ext cx="1396262" cy="345868"/>
            </a:xfrm>
            <a:prstGeom prst="trapezoid">
              <a:avLst>
                <a:gd name="adj" fmla="val 173951"/>
              </a:avLst>
            </a:prstGeom>
            <a:gradFill>
              <a:gsLst>
                <a:gs pos="0">
                  <a:srgbClr val="F2F2F2">
                    <a:alpha val="0"/>
                  </a:srgbClr>
                </a:gs>
                <a:gs pos="100000">
                  <a:srgbClr val="000000">
                    <a:alpha val="20784"/>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sp>
          <p:nvSpPr>
            <p:cNvPr id="127" name="Google Shape;127;p2"/>
            <p:cNvSpPr/>
            <p:nvPr/>
          </p:nvSpPr>
          <p:spPr>
            <a:xfrm flipH="1">
              <a:off x="4614203" y="5187950"/>
              <a:ext cx="345594" cy="895464"/>
            </a:xfrm>
            <a:custGeom>
              <a:avLst/>
              <a:gdLst/>
              <a:ahLst/>
              <a:cxnLst/>
              <a:rect l="l" t="t" r="r" b="b"/>
              <a:pathLst>
                <a:path w="10092" h="10000" extrusionOk="0">
                  <a:moveTo>
                    <a:pt x="0" y="8736"/>
                  </a:moveTo>
                  <a:lnTo>
                    <a:pt x="10092" y="0"/>
                  </a:lnTo>
                  <a:lnTo>
                    <a:pt x="10092" y="10000"/>
                  </a:lnTo>
                  <a:lnTo>
                    <a:pt x="92" y="10000"/>
                  </a:lnTo>
                  <a:cubicBezTo>
                    <a:pt x="30" y="8875"/>
                    <a:pt x="62" y="9861"/>
                    <a:pt x="0" y="8736"/>
                  </a:cubicBezTo>
                  <a:close/>
                </a:path>
              </a:pathLst>
            </a:custGeom>
            <a:gradFill>
              <a:gsLst>
                <a:gs pos="0">
                  <a:srgbClr val="000000">
                    <a:alpha val="20784"/>
                  </a:srgbClr>
                </a:gs>
                <a:gs pos="100000">
                  <a:srgbClr val="F2F2F2">
                    <a:alpha val="0"/>
                  </a:srgbClr>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b="0" i="0" u="none" strike="noStrike" cap="none">
                <a:solidFill>
                  <a:schemeClr val="lt1"/>
                </a:solidFill>
                <a:latin typeface="Arial"/>
                <a:ea typeface="Arial"/>
                <a:cs typeface="Arial"/>
                <a:sym typeface="Arial"/>
              </a:endParaRPr>
            </a:p>
          </p:txBody>
        </p:sp>
      </p:grpSp>
      <p:sp>
        <p:nvSpPr>
          <p:cNvPr id="128" name="Google Shape;128;p2"/>
          <p:cNvSpPr txBox="1"/>
          <p:nvPr/>
        </p:nvSpPr>
        <p:spPr>
          <a:xfrm>
            <a:off x="3315326" y="1672543"/>
            <a:ext cx="530374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i="0" u="none" strike="noStrike" cap="none" dirty="0">
                <a:solidFill>
                  <a:srgbClr val="FFC000"/>
                </a:solidFill>
                <a:latin typeface="Times New Roman"/>
                <a:ea typeface="Times New Roman"/>
                <a:cs typeface="Times New Roman"/>
                <a:sym typeface="Times New Roman"/>
              </a:rPr>
              <a:t> </a:t>
            </a:r>
            <a:r>
              <a:rPr lang="en-US" sz="2800" b="1" dirty="0">
                <a:solidFill>
                  <a:srgbClr val="FFC000"/>
                </a:solidFill>
                <a:latin typeface="Times New Roman"/>
                <a:ea typeface="Times New Roman"/>
                <a:cs typeface="Times New Roman"/>
                <a:sym typeface="Times New Roman"/>
              </a:rPr>
              <a:t>Spring data JPA</a:t>
            </a:r>
            <a:endParaRPr sz="2800" b="1" dirty="0">
              <a:solidFill>
                <a:srgbClr val="FFC000"/>
              </a:solidFill>
              <a:latin typeface="Times New Roman"/>
              <a:ea typeface="Times New Roman"/>
              <a:cs typeface="Times New Roman"/>
              <a:sym typeface="Times New Roman"/>
            </a:endParaRPr>
          </a:p>
        </p:txBody>
      </p:sp>
      <p:sp>
        <p:nvSpPr>
          <p:cNvPr id="129" name="Google Shape;129;p2"/>
          <p:cNvSpPr/>
          <p:nvPr/>
        </p:nvSpPr>
        <p:spPr>
          <a:xfrm>
            <a:off x="3321731" y="2471629"/>
            <a:ext cx="5413511" cy="523180"/>
          </a:xfrm>
          <a:prstGeom prst="rect">
            <a:avLst/>
          </a:prstGeom>
          <a:noFill/>
          <a:ln>
            <a:noFill/>
          </a:ln>
        </p:spPr>
        <p:txBody>
          <a:bodyPr spcFirstLastPara="1" wrap="square" lIns="91425" tIns="45700" rIns="91425" bIns="45700" anchor="t" anchorCtr="0">
            <a:spAutoFit/>
          </a:bodyPr>
          <a:lstStyle/>
          <a:p>
            <a:pPr lvl="0"/>
            <a:r>
              <a:rPr lang="en-US" sz="2800" b="1" dirty="0">
                <a:solidFill>
                  <a:srgbClr val="01ACBE"/>
                </a:solidFill>
                <a:latin typeface="Times New Roman"/>
                <a:ea typeface="Times New Roman"/>
                <a:cs typeface="Times New Roman"/>
                <a:sym typeface="Times New Roman"/>
              </a:rPr>
              <a:t>Hibernate ORM</a:t>
            </a:r>
            <a:endParaRPr sz="2800" b="1" dirty="0">
              <a:solidFill>
                <a:srgbClr val="01ACBE"/>
              </a:solidFill>
              <a:latin typeface="Times New Roman"/>
              <a:ea typeface="Times New Roman"/>
              <a:cs typeface="Times New Roman"/>
              <a:sym typeface="Times New Roman"/>
            </a:endParaRPr>
          </a:p>
        </p:txBody>
      </p:sp>
      <p:sp>
        <p:nvSpPr>
          <p:cNvPr id="131" name="Google Shape;131;p2"/>
          <p:cNvSpPr/>
          <p:nvPr/>
        </p:nvSpPr>
        <p:spPr>
          <a:xfrm>
            <a:off x="3287721" y="4151054"/>
            <a:ext cx="459595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rgbClr val="663A77"/>
                </a:solidFill>
                <a:latin typeface="Times New Roman"/>
                <a:ea typeface="Times New Roman"/>
                <a:cs typeface="Times New Roman"/>
                <a:sym typeface="Times New Roman"/>
              </a:rPr>
              <a:t> </a:t>
            </a:r>
            <a:endParaRPr sz="2800" b="1" dirty="0">
              <a:solidFill>
                <a:srgbClr val="663A77"/>
              </a:solidFill>
              <a:latin typeface="Times New Roman"/>
              <a:ea typeface="Times New Roman"/>
              <a:cs typeface="Times New Roman"/>
              <a:sym typeface="Times New Roman"/>
            </a:endParaRPr>
          </a:p>
        </p:txBody>
      </p:sp>
      <p:grpSp>
        <p:nvGrpSpPr>
          <p:cNvPr id="132" name="Google Shape;132;p2"/>
          <p:cNvGrpSpPr/>
          <p:nvPr/>
        </p:nvGrpSpPr>
        <p:grpSpPr>
          <a:xfrm>
            <a:off x="2115695" y="4074674"/>
            <a:ext cx="788184" cy="723034"/>
            <a:chOff x="2957626" y="3769915"/>
            <a:chExt cx="1113652" cy="964046"/>
          </a:xfrm>
        </p:grpSpPr>
        <p:grpSp>
          <p:nvGrpSpPr>
            <p:cNvPr id="133" name="Google Shape;133;p2"/>
            <p:cNvGrpSpPr/>
            <p:nvPr/>
          </p:nvGrpSpPr>
          <p:grpSpPr>
            <a:xfrm>
              <a:off x="2957626" y="3769915"/>
              <a:ext cx="1113652" cy="964046"/>
              <a:chOff x="2587963" y="111843"/>
              <a:chExt cx="1113652" cy="964046"/>
            </a:xfrm>
          </p:grpSpPr>
          <p:sp>
            <p:nvSpPr>
              <p:cNvPr id="134" name="Google Shape;134;p2"/>
              <p:cNvSpPr/>
              <p:nvPr/>
            </p:nvSpPr>
            <p:spPr>
              <a:xfrm>
                <a:off x="2587963" y="117766"/>
                <a:ext cx="1076325" cy="958123"/>
              </a:xfrm>
              <a:prstGeom prst="roundRect">
                <a:avLst>
                  <a:gd name="adj" fmla="val 13889"/>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a:solidFill>
                    <a:schemeClr val="lt1"/>
                  </a:solidFill>
                  <a:latin typeface="Arial"/>
                  <a:ea typeface="Arial"/>
                  <a:cs typeface="Arial"/>
                  <a:sym typeface="Arial"/>
                </a:endParaRPr>
              </a:p>
            </p:txBody>
          </p:sp>
          <p:sp>
            <p:nvSpPr>
              <p:cNvPr id="135" name="Google Shape;135;p2"/>
              <p:cNvSpPr/>
              <p:nvPr/>
            </p:nvSpPr>
            <p:spPr>
              <a:xfrm>
                <a:off x="2638400" y="111843"/>
                <a:ext cx="1063215" cy="901028"/>
              </a:xfrm>
              <a:prstGeom prst="roundRect">
                <a:avLst>
                  <a:gd name="adj" fmla="val 13889"/>
                </a:avLst>
              </a:prstGeom>
              <a:solidFill>
                <a:srgbClr val="663A7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800">
                  <a:solidFill>
                    <a:schemeClr val="lt1"/>
                  </a:solidFill>
                  <a:latin typeface="Arial"/>
                  <a:ea typeface="Arial"/>
                  <a:cs typeface="Arial"/>
                  <a:sym typeface="Arial"/>
                </a:endParaRPr>
              </a:p>
            </p:txBody>
          </p:sp>
        </p:grpSp>
        <p:sp>
          <p:nvSpPr>
            <p:cNvPr id="136" name="Google Shape;136;p2"/>
            <p:cNvSpPr txBox="1"/>
            <p:nvPr/>
          </p:nvSpPr>
          <p:spPr>
            <a:xfrm>
              <a:off x="3008886" y="3882010"/>
              <a:ext cx="1030514" cy="6976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lt1"/>
                  </a:solidFill>
                  <a:latin typeface="Impact"/>
                  <a:ea typeface="Impact"/>
                  <a:cs typeface="Impact"/>
                  <a:sym typeface="Impact"/>
                </a:rPr>
                <a:t>04</a:t>
              </a:r>
              <a:endParaRPr sz="2800">
                <a:solidFill>
                  <a:schemeClr val="lt1"/>
                </a:solidFill>
                <a:latin typeface="Impact"/>
                <a:ea typeface="Impact"/>
                <a:cs typeface="Impact"/>
                <a:sym typeface="Impact"/>
              </a:endParaRPr>
            </a:p>
          </p:txBody>
        </p:sp>
      </p:grpSp>
      <p:sp>
        <p:nvSpPr>
          <p:cNvPr id="2" name="Google Shape;129;p2">
            <a:extLst>
              <a:ext uri="{FF2B5EF4-FFF2-40B4-BE49-F238E27FC236}">
                <a16:creationId xmlns:a16="http://schemas.microsoft.com/office/drawing/2014/main" id="{859E21FA-6F72-BF26-BDC1-D4107831E554}"/>
              </a:ext>
            </a:extLst>
          </p:cNvPr>
          <p:cNvSpPr/>
          <p:nvPr/>
        </p:nvSpPr>
        <p:spPr>
          <a:xfrm>
            <a:off x="3287073" y="3230664"/>
            <a:ext cx="5413511" cy="523180"/>
          </a:xfrm>
          <a:prstGeom prst="rect">
            <a:avLst/>
          </a:prstGeom>
          <a:noFill/>
          <a:ln>
            <a:noFill/>
          </a:ln>
        </p:spPr>
        <p:txBody>
          <a:bodyPr spcFirstLastPara="1" wrap="square" lIns="91425" tIns="45700" rIns="91425" bIns="45700" anchor="t" anchorCtr="0">
            <a:spAutoFit/>
          </a:bodyPr>
          <a:lstStyle/>
          <a:p>
            <a:pPr lvl="0"/>
            <a:r>
              <a:rPr lang="en-US" sz="2800" b="1" dirty="0">
                <a:solidFill>
                  <a:srgbClr val="01ACBE"/>
                </a:solidFill>
                <a:latin typeface="Times New Roman"/>
                <a:ea typeface="Times New Roman"/>
                <a:cs typeface="Times New Roman"/>
                <a:sym typeface="Times New Roman"/>
              </a:rPr>
              <a:t>Redis</a:t>
            </a:r>
          </a:p>
        </p:txBody>
      </p:sp>
      <p:sp>
        <p:nvSpPr>
          <p:cNvPr id="3" name="Google Shape;129;p2">
            <a:extLst>
              <a:ext uri="{FF2B5EF4-FFF2-40B4-BE49-F238E27FC236}">
                <a16:creationId xmlns:a16="http://schemas.microsoft.com/office/drawing/2014/main" id="{F2CDB9D9-D56B-F160-A286-1C423827F8CD}"/>
              </a:ext>
            </a:extLst>
          </p:cNvPr>
          <p:cNvSpPr/>
          <p:nvPr/>
        </p:nvSpPr>
        <p:spPr>
          <a:xfrm>
            <a:off x="3350870" y="4086892"/>
            <a:ext cx="5413511" cy="523180"/>
          </a:xfrm>
          <a:prstGeom prst="rect">
            <a:avLst/>
          </a:prstGeom>
          <a:noFill/>
          <a:ln>
            <a:noFill/>
          </a:ln>
        </p:spPr>
        <p:txBody>
          <a:bodyPr spcFirstLastPara="1" wrap="square" lIns="91425" tIns="45700" rIns="91425" bIns="45700" anchor="t" anchorCtr="0">
            <a:spAutoFit/>
          </a:bodyPr>
          <a:lstStyle/>
          <a:p>
            <a:pPr lvl="0"/>
            <a:r>
              <a:rPr lang="en-US" sz="2800" b="1" dirty="0">
                <a:solidFill>
                  <a:srgbClr val="01ACBE"/>
                </a:solidFill>
                <a:latin typeface="Times New Roman"/>
                <a:ea typeface="Times New Roman"/>
                <a:cs typeface="Times New Roman"/>
                <a:sym typeface="Times New Roman"/>
              </a:rPr>
              <a:t>Kafka</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75"/>
                                        </p:tgtEl>
                                        <p:attrNameLst>
                                          <p:attrName>style.visibility</p:attrName>
                                        </p:attrNameLst>
                                      </p:cBhvr>
                                      <p:to>
                                        <p:strVal val="visible"/>
                                      </p:to>
                                    </p:set>
                                    <p:anim calcmode="lin" valueType="num">
                                      <p:cBhvr additive="base">
                                        <p:cTn id="7" dur="100"/>
                                        <p:tgtEl>
                                          <p:spTgt spid="75"/>
                                        </p:tgtEl>
                                        <p:attrNameLst>
                                          <p:attrName>ppt_w</p:attrName>
                                        </p:attrNameLst>
                                      </p:cBhvr>
                                      <p:tavLst>
                                        <p:tav tm="0">
                                          <p:val>
                                            <p:strVal val="0"/>
                                          </p:val>
                                        </p:tav>
                                        <p:tav tm="100000">
                                          <p:val>
                                            <p:strVal val="#ppt_w"/>
                                          </p:val>
                                        </p:tav>
                                      </p:tavLst>
                                    </p:anim>
                                    <p:anim calcmode="lin" valueType="num">
                                      <p:cBhvr additive="base">
                                        <p:cTn id="8" dur="100"/>
                                        <p:tgtEl>
                                          <p:spTgt spid="75"/>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10" presetClass="entr" presetSubtype="0" fill="hold" nodeType="afterEffect">
                                  <p:stCondLst>
                                    <p:cond delay="0"/>
                                  </p:stCondLst>
                                  <p:childTnLst>
                                    <p:set>
                                      <p:cBhvr>
                                        <p:cTn id="11" dur="1" fill="hold">
                                          <p:stCondLst>
                                            <p:cond delay="0"/>
                                          </p:stCondLst>
                                        </p:cTn>
                                        <p:tgtEl>
                                          <p:spTgt spid="119"/>
                                        </p:tgtEl>
                                        <p:attrNameLst>
                                          <p:attrName>style.visibility</p:attrName>
                                        </p:attrNameLst>
                                      </p:cBhvr>
                                      <p:to>
                                        <p:strVal val="visible"/>
                                      </p:to>
                                    </p:set>
                                    <p:animEffect transition="in" filter="fade">
                                      <p:cBhvr>
                                        <p:cTn id="12" dur="500"/>
                                        <p:tgtEl>
                                          <p:spTgt spid="119"/>
                                        </p:tgtEl>
                                      </p:cBhvr>
                                    </p:animEffect>
                                  </p:childTnLst>
                                </p:cTn>
                              </p:par>
                            </p:childTnLst>
                          </p:cTn>
                        </p:par>
                        <p:par>
                          <p:cTn id="13" fill="hold">
                            <p:stCondLst>
                              <p:cond delay="600"/>
                            </p:stCondLst>
                            <p:childTnLst>
                              <p:par>
                                <p:cTn id="14" presetID="10" presetClass="entr" presetSubtype="0" fill="hold" nodeType="afterEffect">
                                  <p:stCondLst>
                                    <p:cond delay="0"/>
                                  </p:stCondLst>
                                  <p:childTnLst>
                                    <p:set>
                                      <p:cBhvr>
                                        <p:cTn id="15" dur="1" fill="hold">
                                          <p:stCondLst>
                                            <p:cond delay="0"/>
                                          </p:stCondLst>
                                        </p:cTn>
                                        <p:tgtEl>
                                          <p:spTgt spid="79"/>
                                        </p:tgtEl>
                                        <p:attrNameLst>
                                          <p:attrName>style.visibility</p:attrName>
                                        </p:attrNameLst>
                                      </p:cBhvr>
                                      <p:to>
                                        <p:strVal val="visible"/>
                                      </p:to>
                                    </p:set>
                                    <p:animEffect transition="in" filter="fade">
                                      <p:cBhvr>
                                        <p:cTn id="16" dur="500"/>
                                        <p:tgtEl>
                                          <p:spTgt spid="79"/>
                                        </p:tgtEl>
                                      </p:cBhvr>
                                    </p:animEffect>
                                  </p:childTnLst>
                                </p:cTn>
                              </p:par>
                              <p:par>
                                <p:cTn id="17" presetID="10" presetClass="entr" presetSubtype="0" fill="hold" nodeType="withEffect">
                                  <p:stCondLst>
                                    <p:cond delay="0"/>
                                  </p:stCondLst>
                                  <p:childTnLst>
                                    <p:set>
                                      <p:cBhvr>
                                        <p:cTn id="18" dur="1" fill="hold">
                                          <p:stCondLst>
                                            <p:cond delay="0"/>
                                          </p:stCondLst>
                                        </p:cTn>
                                        <p:tgtEl>
                                          <p:spTgt spid="99"/>
                                        </p:tgtEl>
                                        <p:attrNameLst>
                                          <p:attrName>style.visibility</p:attrName>
                                        </p:attrNameLst>
                                      </p:cBhvr>
                                      <p:to>
                                        <p:strVal val="visible"/>
                                      </p:to>
                                    </p:set>
                                    <p:animEffect transition="in" filter="fade">
                                      <p:cBhvr>
                                        <p:cTn id="19" dur="500"/>
                                        <p:tgtEl>
                                          <p:spTgt spid="99"/>
                                        </p:tgtEl>
                                      </p:cBhvr>
                                    </p:animEffect>
                                  </p:childTnLst>
                                </p:cTn>
                              </p:par>
                            </p:childTnLst>
                          </p:cTn>
                        </p:par>
                        <p:par>
                          <p:cTn id="20" fill="hold">
                            <p:stCondLst>
                              <p:cond delay="1100"/>
                            </p:stCondLst>
                            <p:childTnLst>
                              <p:par>
                                <p:cTn id="21" presetID="10" presetClass="entr" presetSubtype="0" fill="hold" nodeType="afterEffect">
                                  <p:stCondLst>
                                    <p:cond delay="0"/>
                                  </p:stCondLst>
                                  <p:childTnLst>
                                    <p:set>
                                      <p:cBhvr>
                                        <p:cTn id="22" dur="1" fill="hold">
                                          <p:stCondLst>
                                            <p:cond delay="0"/>
                                          </p:stCondLst>
                                        </p:cTn>
                                        <p:tgtEl>
                                          <p:spTgt spid="84"/>
                                        </p:tgtEl>
                                        <p:attrNameLst>
                                          <p:attrName>style.visibility</p:attrName>
                                        </p:attrNameLst>
                                      </p:cBhvr>
                                      <p:to>
                                        <p:strVal val="visible"/>
                                      </p:to>
                                    </p:set>
                                    <p:animEffect transition="in" filter="fade">
                                      <p:cBhvr>
                                        <p:cTn id="23" dur="500"/>
                                        <p:tgtEl>
                                          <p:spTgt spid="84"/>
                                        </p:tgtEl>
                                      </p:cBhvr>
                                    </p:animEffect>
                                  </p:childTnLst>
                                </p:cTn>
                              </p:par>
                              <p:par>
                                <p:cTn id="24" presetID="10" presetClass="entr" presetSubtype="0" fill="hold" nodeType="withEffect">
                                  <p:stCondLst>
                                    <p:cond delay="0"/>
                                  </p:stCondLst>
                                  <p:childTnLst>
                                    <p:set>
                                      <p:cBhvr>
                                        <p:cTn id="25" dur="1" fill="hold">
                                          <p:stCondLst>
                                            <p:cond delay="0"/>
                                          </p:stCondLst>
                                        </p:cTn>
                                        <p:tgtEl>
                                          <p:spTgt spid="104"/>
                                        </p:tgtEl>
                                        <p:attrNameLst>
                                          <p:attrName>style.visibility</p:attrName>
                                        </p:attrNameLst>
                                      </p:cBhvr>
                                      <p:to>
                                        <p:strVal val="visible"/>
                                      </p:to>
                                    </p:set>
                                    <p:animEffect transition="in" filter="fade">
                                      <p:cBhvr>
                                        <p:cTn id="26" dur="500"/>
                                        <p:tgtEl>
                                          <p:spTgt spid="104"/>
                                        </p:tgtEl>
                                      </p:cBhvr>
                                    </p:animEffect>
                                  </p:childTnLst>
                                </p:cTn>
                              </p:par>
                            </p:childTnLst>
                          </p:cTn>
                        </p:par>
                        <p:par>
                          <p:cTn id="27" fill="hold">
                            <p:stCondLst>
                              <p:cond delay="1600"/>
                            </p:stCondLst>
                            <p:childTnLst>
                              <p:par>
                                <p:cTn id="28" presetID="10" presetClass="entr" presetSubtype="0" fill="hold" nodeType="afterEffect">
                                  <p:stCondLst>
                                    <p:cond delay="0"/>
                                  </p:stCondLst>
                                  <p:childTnLst>
                                    <p:set>
                                      <p:cBhvr>
                                        <p:cTn id="29" dur="1" fill="hold">
                                          <p:stCondLst>
                                            <p:cond delay="0"/>
                                          </p:stCondLst>
                                        </p:cTn>
                                        <p:tgtEl>
                                          <p:spTgt spid="89"/>
                                        </p:tgtEl>
                                        <p:attrNameLst>
                                          <p:attrName>style.visibility</p:attrName>
                                        </p:attrNameLst>
                                      </p:cBhvr>
                                      <p:to>
                                        <p:strVal val="visible"/>
                                      </p:to>
                                    </p:set>
                                    <p:animEffect transition="in" filter="fade">
                                      <p:cBhvr>
                                        <p:cTn id="30" dur="500"/>
                                        <p:tgtEl>
                                          <p:spTgt spid="89"/>
                                        </p:tgtEl>
                                      </p:cBhvr>
                                    </p:animEffect>
                                  </p:childTnLst>
                                </p:cTn>
                              </p:par>
                              <p:par>
                                <p:cTn id="31" presetID="10" presetClass="entr" presetSubtype="0" fill="hold" nodeType="with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par>
                                <p:cTn id="34" presetID="10" presetClass="entr" presetSubtype="0" fill="hold"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par>
                          <p:cTn id="37" fill="hold">
                            <p:stCondLst>
                              <p:cond delay="2100"/>
                            </p:stCondLst>
                            <p:childTnLst>
                              <p:par>
                                <p:cTn id="38" presetID="10" presetClass="entr" presetSubtype="0" fill="hold" nodeType="afterEffect">
                                  <p:stCondLst>
                                    <p:cond delay="0"/>
                                  </p:stCondLst>
                                  <p:childTnLst>
                                    <p:set>
                                      <p:cBhvr>
                                        <p:cTn id="39" dur="1" fill="hold">
                                          <p:stCondLst>
                                            <p:cond delay="0"/>
                                          </p:stCondLst>
                                        </p:cTn>
                                        <p:tgtEl>
                                          <p:spTgt spid="132"/>
                                        </p:tgtEl>
                                        <p:attrNameLst>
                                          <p:attrName>style.visibility</p:attrName>
                                        </p:attrNameLst>
                                      </p:cBhvr>
                                      <p:to>
                                        <p:strVal val="visible"/>
                                      </p:to>
                                    </p:set>
                                    <p:animEffect transition="in" filter="fade">
                                      <p:cBhvr>
                                        <p:cTn id="40" dur="5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grpSp>
        <p:nvGrpSpPr>
          <p:cNvPr id="190" name="Google Shape;190;p5"/>
          <p:cNvGrpSpPr/>
          <p:nvPr/>
        </p:nvGrpSpPr>
        <p:grpSpPr>
          <a:xfrm>
            <a:off x="1670730" y="1263299"/>
            <a:ext cx="8616270" cy="1007332"/>
            <a:chOff x="3129129" y="1121776"/>
            <a:chExt cx="5933741" cy="1171624"/>
          </a:xfrm>
        </p:grpSpPr>
        <p:sp>
          <p:nvSpPr>
            <p:cNvPr id="191" name="Google Shape;191;p5"/>
            <p:cNvSpPr/>
            <p:nvPr/>
          </p:nvSpPr>
          <p:spPr>
            <a:xfrm>
              <a:off x="3129129" y="1121776"/>
              <a:ext cx="5933741" cy="1171624"/>
            </a:xfrm>
            <a:prstGeom prst="roundRect">
              <a:avLst>
                <a:gd name="adj" fmla="val 50000"/>
              </a:avLst>
            </a:prstGeom>
            <a:solidFill>
              <a:srgbClr val="D8D8D8">
                <a:alpha val="49803"/>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sp>
          <p:nvSpPr>
            <p:cNvPr id="192" name="Google Shape;192;p5"/>
            <p:cNvSpPr/>
            <p:nvPr/>
          </p:nvSpPr>
          <p:spPr>
            <a:xfrm>
              <a:off x="3289330" y="1253414"/>
              <a:ext cx="5613340" cy="908350"/>
            </a:xfrm>
            <a:prstGeom prst="roundRect">
              <a:avLst>
                <a:gd name="adj" fmla="val 50000"/>
              </a:avLst>
            </a:prstGeom>
            <a:gradFill>
              <a:gsLst>
                <a:gs pos="0">
                  <a:srgbClr val="FFAA2D"/>
                </a:gs>
                <a:gs pos="100000">
                  <a:srgbClr val="FFD393"/>
                </a:gs>
              </a:gsLst>
              <a:lin ang="0" scaled="0"/>
            </a:gradFill>
            <a:ln w="1905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grpSp>
      <p:grpSp>
        <p:nvGrpSpPr>
          <p:cNvPr id="193" name="Google Shape;193;p5"/>
          <p:cNvGrpSpPr/>
          <p:nvPr/>
        </p:nvGrpSpPr>
        <p:grpSpPr>
          <a:xfrm>
            <a:off x="1782659" y="1240148"/>
            <a:ext cx="1674310" cy="1522886"/>
            <a:chOff x="3020983" y="881796"/>
            <a:chExt cx="2097410" cy="2097410"/>
          </a:xfrm>
        </p:grpSpPr>
        <p:grpSp>
          <p:nvGrpSpPr>
            <p:cNvPr id="194" name="Google Shape;194;p5"/>
            <p:cNvGrpSpPr/>
            <p:nvPr/>
          </p:nvGrpSpPr>
          <p:grpSpPr>
            <a:xfrm>
              <a:off x="3020983" y="881796"/>
              <a:ext cx="2097410" cy="2097410"/>
              <a:chOff x="3099689" y="1098878"/>
              <a:chExt cx="1995612" cy="1995615"/>
            </a:xfrm>
          </p:grpSpPr>
          <p:grpSp>
            <p:nvGrpSpPr>
              <p:cNvPr id="195" name="Google Shape;195;p5"/>
              <p:cNvGrpSpPr/>
              <p:nvPr/>
            </p:nvGrpSpPr>
            <p:grpSpPr>
              <a:xfrm>
                <a:off x="3099689" y="1098878"/>
                <a:ext cx="1995612" cy="1995615"/>
                <a:chOff x="6804316" y="2574806"/>
                <a:chExt cx="3585705" cy="3585705"/>
              </a:xfrm>
            </p:grpSpPr>
            <p:sp>
              <p:nvSpPr>
                <p:cNvPr id="196" name="Google Shape;196;p5"/>
                <p:cNvSpPr/>
                <p:nvPr/>
              </p:nvSpPr>
              <p:spPr>
                <a:xfrm rot="-2700000">
                  <a:off x="7501948" y="2927402"/>
                  <a:ext cx="2190440" cy="2880512"/>
                </a:xfrm>
                <a:custGeom>
                  <a:avLst/>
                  <a:gdLst/>
                  <a:ahLst/>
                  <a:cxnLst/>
                  <a:rect l="l" t="t" r="r" b="b"/>
                  <a:pathLst>
                    <a:path w="1696474" h="2070736" extrusionOk="0">
                      <a:moveTo>
                        <a:pt x="13249" y="1035368"/>
                      </a:moveTo>
                      <a:cubicBezTo>
                        <a:pt x="112309" y="471170"/>
                        <a:pt x="388098" y="0"/>
                        <a:pt x="850497" y="0"/>
                      </a:cubicBezTo>
                      <a:cubicBezTo>
                        <a:pt x="1312896" y="0"/>
                        <a:pt x="1611545" y="478790"/>
                        <a:pt x="1687745" y="1035368"/>
                      </a:cubicBezTo>
                      <a:cubicBezTo>
                        <a:pt x="1765308" y="1601901"/>
                        <a:pt x="1312896" y="2070736"/>
                        <a:pt x="850497" y="2070736"/>
                      </a:cubicBezTo>
                      <a:cubicBezTo>
                        <a:pt x="388098" y="2070736"/>
                        <a:pt x="-85811" y="1599566"/>
                        <a:pt x="13249" y="1035368"/>
                      </a:cubicBezTo>
                      <a:close/>
                    </a:path>
                  </a:pathLst>
                </a:custGeom>
                <a:gradFill>
                  <a:gsLst>
                    <a:gs pos="0">
                      <a:schemeClr val="dk1"/>
                    </a:gs>
                    <a:gs pos="17000">
                      <a:srgbClr val="000000">
                        <a:alpha val="45882"/>
                      </a:srgbClr>
                    </a:gs>
                    <a:gs pos="34000">
                      <a:srgbClr val="000000">
                        <a:alpha val="42745"/>
                      </a:srgbClr>
                    </a:gs>
                    <a:gs pos="51000">
                      <a:srgbClr val="000000">
                        <a:alpha val="20000"/>
                      </a:srgbClr>
                    </a:gs>
                    <a:gs pos="65000">
                      <a:srgbClr val="000000">
                        <a:alpha val="9803"/>
                      </a:srgbClr>
                    </a:gs>
                    <a:gs pos="78000">
                      <a:srgbClr val="000000">
                        <a:alpha val="4705"/>
                      </a:srgbClr>
                    </a:gs>
                    <a:gs pos="100000">
                      <a:srgbClr val="000000">
                        <a:alpha val="0"/>
                      </a:srgbClr>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7" name="Google Shape;197;p5"/>
                <p:cNvSpPr/>
                <p:nvPr/>
              </p:nvSpPr>
              <p:spPr>
                <a:xfrm>
                  <a:off x="7567583" y="3243359"/>
                  <a:ext cx="1344545" cy="1344543"/>
                </a:xfrm>
                <a:prstGeom prst="ellipse">
                  <a:avLst/>
                </a:prstGeom>
                <a:gradFill>
                  <a:gsLst>
                    <a:gs pos="0">
                      <a:srgbClr val="FFFFFF">
                        <a:alpha val="98823"/>
                      </a:srgbClr>
                    </a:gs>
                    <a:gs pos="43000">
                      <a:srgbClr val="F7F7F7"/>
                    </a:gs>
                    <a:gs pos="100000">
                      <a:srgbClr val="B8C0C0"/>
                    </a:gs>
                  </a:gsLst>
                  <a:lin ang="2700000" scaled="0"/>
                </a:gradFill>
                <a:ln>
                  <a:noFill/>
                </a:ln>
                <a:effectLst>
                  <a:outerShdw blurRad="139700" dist="88900" dir="2700000" algn="tl" rotWithShape="0">
                    <a:srgbClr val="494949">
                      <a:alpha val="29803"/>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8" name="Google Shape;198;p5"/>
                <p:cNvSpPr/>
                <p:nvPr/>
              </p:nvSpPr>
              <p:spPr>
                <a:xfrm>
                  <a:off x="7380501" y="3019185"/>
                  <a:ext cx="1596494" cy="1596494"/>
                </a:xfrm>
                <a:prstGeom prst="ellipse">
                  <a:avLst/>
                </a:prstGeom>
                <a:gradFill>
                  <a:gsLst>
                    <a:gs pos="0">
                      <a:srgbClr val="FFFFFF">
                        <a:alpha val="98823"/>
                      </a:srgbClr>
                    </a:gs>
                    <a:gs pos="11000">
                      <a:srgbClr val="FFFFFF">
                        <a:alpha val="98823"/>
                      </a:srgbClr>
                    </a:gs>
                    <a:gs pos="39000">
                      <a:schemeClr val="lt1"/>
                    </a:gs>
                    <a:gs pos="52999">
                      <a:srgbClr val="F7F7F7"/>
                    </a:gs>
                    <a:gs pos="100000">
                      <a:srgbClr val="B8C0C0"/>
                    </a:gs>
                  </a:gsLst>
                  <a:lin ang="27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199" name="Google Shape;199;p5"/>
              <p:cNvSpPr/>
              <p:nvPr/>
            </p:nvSpPr>
            <p:spPr>
              <a:xfrm>
                <a:off x="3222820" y="1148080"/>
                <a:ext cx="1284820" cy="1284821"/>
              </a:xfrm>
              <a:prstGeom prst="ellipse">
                <a:avLst/>
              </a:prstGeom>
              <a:solidFill>
                <a:schemeClr val="lt1">
                  <a:alpha val="13725"/>
                </a:schemeClr>
              </a:solidFill>
              <a:ln w="15875" cap="flat" cmpd="sng">
                <a:solidFill>
                  <a:schemeClr val="lt1"/>
                </a:solidFill>
                <a:prstDash val="solid"/>
                <a:miter lim="800000"/>
                <a:headEnd type="none" w="sm" len="sm"/>
                <a:tailEnd type="none" w="sm" len="sm"/>
              </a:ln>
              <a:effectLst>
                <a:outerShdw blurRad="215900" dist="88900" dir="2700000" algn="tl" rotWithShape="0">
                  <a:srgbClr val="000000">
                    <a:alpha val="1098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200" name="Google Shape;200;p5"/>
            <p:cNvSpPr txBox="1"/>
            <p:nvPr/>
          </p:nvSpPr>
          <p:spPr>
            <a:xfrm>
              <a:off x="3514455" y="1292811"/>
              <a:ext cx="774240" cy="720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FFB850"/>
                  </a:solidFill>
                  <a:latin typeface="Impact"/>
                  <a:ea typeface="Impact"/>
                  <a:cs typeface="Impact"/>
                  <a:sym typeface="Impact"/>
                </a:rPr>
                <a:t>01</a:t>
              </a:r>
              <a:endParaRPr sz="2800">
                <a:solidFill>
                  <a:srgbClr val="FFB850"/>
                </a:solidFill>
                <a:latin typeface="Impact"/>
                <a:ea typeface="Impact"/>
                <a:cs typeface="Impact"/>
                <a:sym typeface="Impact"/>
              </a:endParaRPr>
            </a:p>
          </p:txBody>
        </p:sp>
      </p:grpSp>
      <p:sp>
        <p:nvSpPr>
          <p:cNvPr id="201" name="Google Shape;201;p5"/>
          <p:cNvSpPr txBox="1"/>
          <p:nvPr/>
        </p:nvSpPr>
        <p:spPr>
          <a:xfrm>
            <a:off x="2980807" y="1521544"/>
            <a:ext cx="69058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Times New Roman"/>
                <a:ea typeface="Times New Roman"/>
                <a:cs typeface="Times New Roman"/>
                <a:sym typeface="Times New Roman"/>
              </a:rPr>
              <a:t>Spring data JPA</a:t>
            </a:r>
            <a:endParaRPr sz="2800" b="1" dirty="0">
              <a:solidFill>
                <a:schemeClr val="dk1"/>
              </a:solidFill>
              <a:latin typeface="Times New Roman"/>
              <a:ea typeface="Times New Roman"/>
              <a:cs typeface="Times New Roman"/>
              <a:sym typeface="Times New Roman"/>
            </a:endParaRPr>
          </a:p>
        </p:txBody>
      </p:sp>
      <p:sp>
        <p:nvSpPr>
          <p:cNvPr id="202" name="Google Shape;202;p5"/>
          <p:cNvSpPr/>
          <p:nvPr/>
        </p:nvSpPr>
        <p:spPr>
          <a:xfrm>
            <a:off x="1670730" y="2505849"/>
            <a:ext cx="8616269" cy="3437751"/>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vi-VN" sz="2800" b="0" i="0" dirty="0">
                <a:solidFill>
                  <a:srgbClr val="222222"/>
                </a:solidFill>
                <a:effectLst/>
                <a:latin typeface="Times New Roman" panose="02020603050405020304" pitchFamily="18" charset="0"/>
                <a:cs typeface="Times New Roman" panose="02020603050405020304" pitchFamily="18" charset="0"/>
              </a:rPr>
              <a:t>Spring Data JPA là một phần của Spring Framework, được sử dụng để đơn giản hóa việc truy cập và thao tác cơ sở dữ liệu bằng cách tích hợp với JPA (Java Persistence API)</a:t>
            </a:r>
            <a:endParaRPr lang="vi-VN" sz="280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93"/>
                                        </p:tgtEl>
                                        <p:attrNameLst>
                                          <p:attrName>style.visibility</p:attrName>
                                        </p:attrNameLst>
                                      </p:cBhvr>
                                      <p:to>
                                        <p:strVal val="visible"/>
                                      </p:to>
                                    </p:set>
                                    <p:anim calcmode="lin" valueType="num">
                                      <p:cBhvr additive="base">
                                        <p:cTn id="7" dur="500"/>
                                        <p:tgtEl>
                                          <p:spTgt spid="193"/>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90"/>
                                        </p:tgtEl>
                                        <p:attrNameLst>
                                          <p:attrName>style.visibility</p:attrName>
                                        </p:attrNameLst>
                                      </p:cBhvr>
                                      <p:to>
                                        <p:strVal val="visible"/>
                                      </p:to>
                                    </p:set>
                                    <p:anim calcmode="lin" valueType="num">
                                      <p:cBhvr additive="base">
                                        <p:cTn id="10" dur="500"/>
                                        <p:tgtEl>
                                          <p:spTgt spid="19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6">
          <a:extLst>
            <a:ext uri="{FF2B5EF4-FFF2-40B4-BE49-F238E27FC236}">
              <a16:creationId xmlns:a16="http://schemas.microsoft.com/office/drawing/2014/main" id="{C63AE550-75FF-625D-F6DB-893903872DB4}"/>
            </a:ext>
          </a:extLst>
        </p:cNvPr>
        <p:cNvGrpSpPr/>
        <p:nvPr/>
      </p:nvGrpSpPr>
      <p:grpSpPr>
        <a:xfrm>
          <a:off x="0" y="0"/>
          <a:ext cx="0" cy="0"/>
          <a:chOff x="0" y="0"/>
          <a:chExt cx="0" cy="0"/>
        </a:xfrm>
      </p:grpSpPr>
      <p:grpSp>
        <p:nvGrpSpPr>
          <p:cNvPr id="190" name="Google Shape;190;p5">
            <a:extLst>
              <a:ext uri="{FF2B5EF4-FFF2-40B4-BE49-F238E27FC236}">
                <a16:creationId xmlns:a16="http://schemas.microsoft.com/office/drawing/2014/main" id="{6CD42A5F-2E54-F217-32CD-E78B2BF6FB2B}"/>
              </a:ext>
            </a:extLst>
          </p:cNvPr>
          <p:cNvGrpSpPr/>
          <p:nvPr/>
        </p:nvGrpSpPr>
        <p:grpSpPr>
          <a:xfrm>
            <a:off x="1670730" y="1263299"/>
            <a:ext cx="8616270" cy="1007332"/>
            <a:chOff x="3129129" y="1121776"/>
            <a:chExt cx="5933741" cy="1171624"/>
          </a:xfrm>
        </p:grpSpPr>
        <p:sp>
          <p:nvSpPr>
            <p:cNvPr id="191" name="Google Shape;191;p5">
              <a:extLst>
                <a:ext uri="{FF2B5EF4-FFF2-40B4-BE49-F238E27FC236}">
                  <a16:creationId xmlns:a16="http://schemas.microsoft.com/office/drawing/2014/main" id="{D7289725-BD5B-6AB0-FEF8-01D06BF5C748}"/>
                </a:ext>
              </a:extLst>
            </p:cNvPr>
            <p:cNvSpPr/>
            <p:nvPr/>
          </p:nvSpPr>
          <p:spPr>
            <a:xfrm>
              <a:off x="3129129" y="1121776"/>
              <a:ext cx="5933741" cy="1171624"/>
            </a:xfrm>
            <a:prstGeom prst="roundRect">
              <a:avLst>
                <a:gd name="adj" fmla="val 50000"/>
              </a:avLst>
            </a:prstGeom>
            <a:solidFill>
              <a:srgbClr val="D8D8D8">
                <a:alpha val="49803"/>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sp>
          <p:nvSpPr>
            <p:cNvPr id="192" name="Google Shape;192;p5">
              <a:extLst>
                <a:ext uri="{FF2B5EF4-FFF2-40B4-BE49-F238E27FC236}">
                  <a16:creationId xmlns:a16="http://schemas.microsoft.com/office/drawing/2014/main" id="{CC9843F6-1C78-7EA7-8740-AEADDBB069E1}"/>
                </a:ext>
              </a:extLst>
            </p:cNvPr>
            <p:cNvSpPr/>
            <p:nvPr/>
          </p:nvSpPr>
          <p:spPr>
            <a:xfrm>
              <a:off x="3289330" y="1253414"/>
              <a:ext cx="5613340" cy="908350"/>
            </a:xfrm>
            <a:prstGeom prst="roundRect">
              <a:avLst>
                <a:gd name="adj" fmla="val 50000"/>
              </a:avLst>
            </a:prstGeom>
            <a:gradFill>
              <a:gsLst>
                <a:gs pos="0">
                  <a:srgbClr val="FFAA2D"/>
                </a:gs>
                <a:gs pos="100000">
                  <a:srgbClr val="FFD393"/>
                </a:gs>
              </a:gsLst>
              <a:lin ang="0" scaled="0"/>
            </a:gradFill>
            <a:ln w="1905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grpSp>
      <p:grpSp>
        <p:nvGrpSpPr>
          <p:cNvPr id="193" name="Google Shape;193;p5">
            <a:extLst>
              <a:ext uri="{FF2B5EF4-FFF2-40B4-BE49-F238E27FC236}">
                <a16:creationId xmlns:a16="http://schemas.microsoft.com/office/drawing/2014/main" id="{AEACE206-9F6F-405C-F04F-C6D41627AB34}"/>
              </a:ext>
            </a:extLst>
          </p:cNvPr>
          <p:cNvGrpSpPr/>
          <p:nvPr/>
        </p:nvGrpSpPr>
        <p:grpSpPr>
          <a:xfrm>
            <a:off x="1782659" y="1240148"/>
            <a:ext cx="1674310" cy="1522886"/>
            <a:chOff x="3020983" y="881796"/>
            <a:chExt cx="2097410" cy="2097410"/>
          </a:xfrm>
        </p:grpSpPr>
        <p:grpSp>
          <p:nvGrpSpPr>
            <p:cNvPr id="194" name="Google Shape;194;p5">
              <a:extLst>
                <a:ext uri="{FF2B5EF4-FFF2-40B4-BE49-F238E27FC236}">
                  <a16:creationId xmlns:a16="http://schemas.microsoft.com/office/drawing/2014/main" id="{6DBF4E99-7EB9-8883-E213-0582C46FDAB1}"/>
                </a:ext>
              </a:extLst>
            </p:cNvPr>
            <p:cNvGrpSpPr/>
            <p:nvPr/>
          </p:nvGrpSpPr>
          <p:grpSpPr>
            <a:xfrm>
              <a:off x="3020983" y="881796"/>
              <a:ext cx="2097410" cy="2097410"/>
              <a:chOff x="3099689" y="1098878"/>
              <a:chExt cx="1995612" cy="1995615"/>
            </a:xfrm>
          </p:grpSpPr>
          <p:grpSp>
            <p:nvGrpSpPr>
              <p:cNvPr id="195" name="Google Shape;195;p5">
                <a:extLst>
                  <a:ext uri="{FF2B5EF4-FFF2-40B4-BE49-F238E27FC236}">
                    <a16:creationId xmlns:a16="http://schemas.microsoft.com/office/drawing/2014/main" id="{42EC720A-2DC2-81B0-299F-E96EC7D69F9D}"/>
                  </a:ext>
                </a:extLst>
              </p:cNvPr>
              <p:cNvGrpSpPr/>
              <p:nvPr/>
            </p:nvGrpSpPr>
            <p:grpSpPr>
              <a:xfrm>
                <a:off x="3099689" y="1098878"/>
                <a:ext cx="1995612" cy="1995615"/>
                <a:chOff x="6804316" y="2574806"/>
                <a:chExt cx="3585705" cy="3585705"/>
              </a:xfrm>
            </p:grpSpPr>
            <p:sp>
              <p:nvSpPr>
                <p:cNvPr id="196" name="Google Shape;196;p5">
                  <a:extLst>
                    <a:ext uri="{FF2B5EF4-FFF2-40B4-BE49-F238E27FC236}">
                      <a16:creationId xmlns:a16="http://schemas.microsoft.com/office/drawing/2014/main" id="{315E151F-1491-1F95-A251-60E53331A5A7}"/>
                    </a:ext>
                  </a:extLst>
                </p:cNvPr>
                <p:cNvSpPr/>
                <p:nvPr/>
              </p:nvSpPr>
              <p:spPr>
                <a:xfrm rot="-2700000">
                  <a:off x="7501948" y="2927402"/>
                  <a:ext cx="2190440" cy="2880512"/>
                </a:xfrm>
                <a:custGeom>
                  <a:avLst/>
                  <a:gdLst/>
                  <a:ahLst/>
                  <a:cxnLst/>
                  <a:rect l="l" t="t" r="r" b="b"/>
                  <a:pathLst>
                    <a:path w="1696474" h="2070736" extrusionOk="0">
                      <a:moveTo>
                        <a:pt x="13249" y="1035368"/>
                      </a:moveTo>
                      <a:cubicBezTo>
                        <a:pt x="112309" y="471170"/>
                        <a:pt x="388098" y="0"/>
                        <a:pt x="850497" y="0"/>
                      </a:cubicBezTo>
                      <a:cubicBezTo>
                        <a:pt x="1312896" y="0"/>
                        <a:pt x="1611545" y="478790"/>
                        <a:pt x="1687745" y="1035368"/>
                      </a:cubicBezTo>
                      <a:cubicBezTo>
                        <a:pt x="1765308" y="1601901"/>
                        <a:pt x="1312896" y="2070736"/>
                        <a:pt x="850497" y="2070736"/>
                      </a:cubicBezTo>
                      <a:cubicBezTo>
                        <a:pt x="388098" y="2070736"/>
                        <a:pt x="-85811" y="1599566"/>
                        <a:pt x="13249" y="1035368"/>
                      </a:cubicBezTo>
                      <a:close/>
                    </a:path>
                  </a:pathLst>
                </a:custGeom>
                <a:gradFill>
                  <a:gsLst>
                    <a:gs pos="0">
                      <a:schemeClr val="dk1"/>
                    </a:gs>
                    <a:gs pos="17000">
                      <a:srgbClr val="000000">
                        <a:alpha val="45882"/>
                      </a:srgbClr>
                    </a:gs>
                    <a:gs pos="34000">
                      <a:srgbClr val="000000">
                        <a:alpha val="42745"/>
                      </a:srgbClr>
                    </a:gs>
                    <a:gs pos="51000">
                      <a:srgbClr val="000000">
                        <a:alpha val="20000"/>
                      </a:srgbClr>
                    </a:gs>
                    <a:gs pos="65000">
                      <a:srgbClr val="000000">
                        <a:alpha val="9803"/>
                      </a:srgbClr>
                    </a:gs>
                    <a:gs pos="78000">
                      <a:srgbClr val="000000">
                        <a:alpha val="4705"/>
                      </a:srgbClr>
                    </a:gs>
                    <a:gs pos="100000">
                      <a:srgbClr val="000000">
                        <a:alpha val="0"/>
                      </a:srgbClr>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A6BE1973-3B56-9736-23C6-45B2F5A3A365}"/>
                    </a:ext>
                  </a:extLst>
                </p:cNvPr>
                <p:cNvSpPr/>
                <p:nvPr/>
              </p:nvSpPr>
              <p:spPr>
                <a:xfrm>
                  <a:off x="7567583" y="3243359"/>
                  <a:ext cx="1344545" cy="1344543"/>
                </a:xfrm>
                <a:prstGeom prst="ellipse">
                  <a:avLst/>
                </a:prstGeom>
                <a:gradFill>
                  <a:gsLst>
                    <a:gs pos="0">
                      <a:srgbClr val="FFFFFF">
                        <a:alpha val="98823"/>
                      </a:srgbClr>
                    </a:gs>
                    <a:gs pos="43000">
                      <a:srgbClr val="F7F7F7"/>
                    </a:gs>
                    <a:gs pos="100000">
                      <a:srgbClr val="B8C0C0"/>
                    </a:gs>
                  </a:gsLst>
                  <a:lin ang="2700000" scaled="0"/>
                </a:gradFill>
                <a:ln>
                  <a:noFill/>
                </a:ln>
                <a:effectLst>
                  <a:outerShdw blurRad="139700" dist="88900" dir="2700000" algn="tl" rotWithShape="0">
                    <a:srgbClr val="494949">
                      <a:alpha val="29803"/>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8" name="Google Shape;198;p5">
                  <a:extLst>
                    <a:ext uri="{FF2B5EF4-FFF2-40B4-BE49-F238E27FC236}">
                      <a16:creationId xmlns:a16="http://schemas.microsoft.com/office/drawing/2014/main" id="{C8410AE1-9841-E3D4-0C73-8275E8D37DDD}"/>
                    </a:ext>
                  </a:extLst>
                </p:cNvPr>
                <p:cNvSpPr/>
                <p:nvPr/>
              </p:nvSpPr>
              <p:spPr>
                <a:xfrm>
                  <a:off x="7380501" y="3019185"/>
                  <a:ext cx="1596494" cy="1596494"/>
                </a:xfrm>
                <a:prstGeom prst="ellipse">
                  <a:avLst/>
                </a:prstGeom>
                <a:gradFill>
                  <a:gsLst>
                    <a:gs pos="0">
                      <a:srgbClr val="FFFFFF">
                        <a:alpha val="98823"/>
                      </a:srgbClr>
                    </a:gs>
                    <a:gs pos="11000">
                      <a:srgbClr val="FFFFFF">
                        <a:alpha val="98823"/>
                      </a:srgbClr>
                    </a:gs>
                    <a:gs pos="39000">
                      <a:schemeClr val="lt1"/>
                    </a:gs>
                    <a:gs pos="52999">
                      <a:srgbClr val="F7F7F7"/>
                    </a:gs>
                    <a:gs pos="100000">
                      <a:srgbClr val="B8C0C0"/>
                    </a:gs>
                  </a:gsLst>
                  <a:lin ang="27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199" name="Google Shape;199;p5">
                <a:extLst>
                  <a:ext uri="{FF2B5EF4-FFF2-40B4-BE49-F238E27FC236}">
                    <a16:creationId xmlns:a16="http://schemas.microsoft.com/office/drawing/2014/main" id="{7B0FBC1A-5640-25AA-C647-857F2E983E58}"/>
                  </a:ext>
                </a:extLst>
              </p:cNvPr>
              <p:cNvSpPr/>
              <p:nvPr/>
            </p:nvSpPr>
            <p:spPr>
              <a:xfrm>
                <a:off x="3222820" y="1148080"/>
                <a:ext cx="1284820" cy="1284821"/>
              </a:xfrm>
              <a:prstGeom prst="ellipse">
                <a:avLst/>
              </a:prstGeom>
              <a:solidFill>
                <a:schemeClr val="lt1">
                  <a:alpha val="13725"/>
                </a:schemeClr>
              </a:solidFill>
              <a:ln w="15875" cap="flat" cmpd="sng">
                <a:solidFill>
                  <a:schemeClr val="lt1"/>
                </a:solidFill>
                <a:prstDash val="solid"/>
                <a:miter lim="800000"/>
                <a:headEnd type="none" w="sm" len="sm"/>
                <a:tailEnd type="none" w="sm" len="sm"/>
              </a:ln>
              <a:effectLst>
                <a:outerShdw blurRad="215900" dist="88900" dir="2700000" algn="tl" rotWithShape="0">
                  <a:srgbClr val="000000">
                    <a:alpha val="1098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200" name="Google Shape;200;p5">
              <a:extLst>
                <a:ext uri="{FF2B5EF4-FFF2-40B4-BE49-F238E27FC236}">
                  <a16:creationId xmlns:a16="http://schemas.microsoft.com/office/drawing/2014/main" id="{5669DAA2-492B-C9C7-B06F-4A8722D72139}"/>
                </a:ext>
              </a:extLst>
            </p:cNvPr>
            <p:cNvSpPr txBox="1"/>
            <p:nvPr/>
          </p:nvSpPr>
          <p:spPr>
            <a:xfrm>
              <a:off x="3514455" y="1292811"/>
              <a:ext cx="774240" cy="720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FFB850"/>
                  </a:solidFill>
                  <a:latin typeface="Impact"/>
                  <a:ea typeface="Impact"/>
                  <a:cs typeface="Impact"/>
                  <a:sym typeface="Impact"/>
                </a:rPr>
                <a:t>01</a:t>
              </a:r>
              <a:endParaRPr sz="2800">
                <a:solidFill>
                  <a:srgbClr val="FFB850"/>
                </a:solidFill>
                <a:latin typeface="Impact"/>
                <a:ea typeface="Impact"/>
                <a:cs typeface="Impact"/>
                <a:sym typeface="Impact"/>
              </a:endParaRPr>
            </a:p>
          </p:txBody>
        </p:sp>
      </p:grpSp>
      <p:sp>
        <p:nvSpPr>
          <p:cNvPr id="201" name="Google Shape;201;p5">
            <a:extLst>
              <a:ext uri="{FF2B5EF4-FFF2-40B4-BE49-F238E27FC236}">
                <a16:creationId xmlns:a16="http://schemas.microsoft.com/office/drawing/2014/main" id="{8F2CA49E-5285-1F30-3255-07A735CBB28A}"/>
              </a:ext>
            </a:extLst>
          </p:cNvPr>
          <p:cNvSpPr txBox="1"/>
          <p:nvPr/>
        </p:nvSpPr>
        <p:spPr>
          <a:xfrm>
            <a:off x="2980807" y="1521544"/>
            <a:ext cx="69058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Times New Roman"/>
                <a:ea typeface="Times New Roman"/>
                <a:cs typeface="Times New Roman"/>
                <a:sym typeface="Times New Roman"/>
              </a:rPr>
              <a:t>Spring data JPA</a:t>
            </a:r>
            <a:endParaRPr sz="2800" b="1" dirty="0">
              <a:solidFill>
                <a:schemeClr val="dk1"/>
              </a:solidFill>
              <a:latin typeface="Times New Roman"/>
              <a:ea typeface="Times New Roman"/>
              <a:cs typeface="Times New Roman"/>
              <a:sym typeface="Times New Roman"/>
            </a:endParaRPr>
          </a:p>
        </p:txBody>
      </p:sp>
      <p:sp>
        <p:nvSpPr>
          <p:cNvPr id="202" name="Google Shape;202;p5">
            <a:extLst>
              <a:ext uri="{FF2B5EF4-FFF2-40B4-BE49-F238E27FC236}">
                <a16:creationId xmlns:a16="http://schemas.microsoft.com/office/drawing/2014/main" id="{80280948-CE7F-E35B-7C88-7F395A8E43E2}"/>
              </a:ext>
            </a:extLst>
          </p:cNvPr>
          <p:cNvSpPr/>
          <p:nvPr/>
        </p:nvSpPr>
        <p:spPr>
          <a:xfrm>
            <a:off x="1670730" y="2505849"/>
            <a:ext cx="9367384" cy="3437751"/>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vi-VN" sz="2800" b="0" i="0" dirty="0">
                <a:solidFill>
                  <a:srgbClr val="222222"/>
                </a:solidFill>
                <a:effectLst/>
                <a:latin typeface="Times New Roman" panose="02020603050405020304" pitchFamily="18" charset="0"/>
                <a:cs typeface="Times New Roman" panose="02020603050405020304" pitchFamily="18" charset="0"/>
              </a:rPr>
              <a:t>Spring Data JPA cung cấp:</a:t>
            </a:r>
            <a:endParaRPr lang="en-US" sz="2800" b="0" i="0" dirty="0">
              <a:solidFill>
                <a:srgbClr val="222222"/>
              </a:solidFill>
              <a:effectLst/>
              <a:latin typeface="Times New Roman" panose="02020603050405020304" pitchFamily="18" charset="0"/>
              <a:cs typeface="Times New Roman" panose="02020603050405020304" pitchFamily="18" charset="0"/>
            </a:endParaRPr>
          </a:p>
          <a:p>
            <a:pPr marL="0" marR="0" lvl="0" indent="0" algn="l" rtl="0">
              <a:spcBef>
                <a:spcPts val="0"/>
              </a:spcBef>
              <a:spcAft>
                <a:spcPts val="0"/>
              </a:spcAft>
              <a:buNone/>
            </a:pPr>
            <a:r>
              <a:rPr lang="en-US" sz="2800" b="0" i="0" dirty="0">
                <a:solidFill>
                  <a:srgbClr val="222222"/>
                </a:solidFill>
                <a:effectLst/>
                <a:latin typeface="Times New Roman" panose="02020603050405020304" pitchFamily="18" charset="0"/>
                <a:cs typeface="Times New Roman" panose="02020603050405020304" pitchFamily="18" charset="0"/>
              </a:rPr>
              <a:t>- </a:t>
            </a:r>
            <a:r>
              <a:rPr lang="vi-VN" sz="2800" b="0" i="0" dirty="0">
                <a:solidFill>
                  <a:srgbClr val="222222"/>
                </a:solidFill>
                <a:effectLst/>
                <a:latin typeface="Times New Roman" panose="02020603050405020304" pitchFamily="18" charset="0"/>
                <a:cs typeface="Times New Roman" panose="02020603050405020304" pitchFamily="18" charset="0"/>
              </a:rPr>
              <a:t>Repository Pattern</a:t>
            </a:r>
            <a:endParaRPr lang="en-US" sz="2800" b="0" i="0" dirty="0">
              <a:solidFill>
                <a:srgbClr val="222222"/>
              </a:solidFill>
              <a:effectLst/>
              <a:latin typeface="Times New Roman" panose="02020603050405020304" pitchFamily="18" charset="0"/>
              <a:cs typeface="Times New Roman" panose="02020603050405020304" pitchFamily="18" charset="0"/>
            </a:endParaRPr>
          </a:p>
          <a:p>
            <a:pPr marR="0" lvl="0" algn="l" rtl="0">
              <a:spcBef>
                <a:spcPts val="0"/>
              </a:spcBef>
              <a:spcAft>
                <a:spcPts val="0"/>
              </a:spcAft>
            </a:pPr>
            <a:r>
              <a:rPr lang="en-US" sz="2800" b="0" i="0" dirty="0">
                <a:solidFill>
                  <a:srgbClr val="222222"/>
                </a:solidFill>
                <a:effectLst/>
                <a:latin typeface="Times New Roman" panose="02020603050405020304" pitchFamily="18" charset="0"/>
                <a:cs typeface="Times New Roman" panose="02020603050405020304" pitchFamily="18" charset="0"/>
              </a:rPr>
              <a:t>- </a:t>
            </a:r>
            <a:r>
              <a:rPr lang="vi-VN" sz="2800" b="0" i="0" dirty="0">
                <a:solidFill>
                  <a:srgbClr val="222222"/>
                </a:solidFill>
                <a:effectLst/>
                <a:latin typeface="Times New Roman" panose="02020603050405020304" pitchFamily="18" charset="0"/>
                <a:cs typeface="Times New Roman" panose="02020603050405020304" pitchFamily="18" charset="0"/>
              </a:rPr>
              <a:t>Query Methods</a:t>
            </a:r>
            <a:endParaRPr lang="en-US" sz="2800" b="0" i="0" dirty="0">
              <a:solidFill>
                <a:srgbClr val="222222"/>
              </a:solidFill>
              <a:effectLst/>
              <a:latin typeface="Times New Roman" panose="02020603050405020304" pitchFamily="18" charset="0"/>
              <a:cs typeface="Times New Roman" panose="02020603050405020304" pitchFamily="18" charset="0"/>
            </a:endParaRPr>
          </a:p>
          <a:p>
            <a:pPr marR="0" lvl="0" algn="l" rtl="0">
              <a:spcBef>
                <a:spcPts val="0"/>
              </a:spcBef>
              <a:spcAft>
                <a:spcPts val="0"/>
              </a:spcAft>
            </a:pPr>
            <a:r>
              <a:rPr lang="en-US" sz="2800" dirty="0">
                <a:solidFill>
                  <a:srgbClr val="222222"/>
                </a:solidFill>
                <a:latin typeface="Times New Roman" panose="02020603050405020304" pitchFamily="18" charset="0"/>
                <a:cs typeface="Times New Roman" panose="02020603050405020304" pitchFamily="18" charset="0"/>
              </a:rPr>
              <a:t>- Custom Queries (JPQL, SQL)</a:t>
            </a:r>
          </a:p>
          <a:p>
            <a:pPr marR="0" lvl="0" algn="l" rtl="0">
              <a:spcBef>
                <a:spcPts val="0"/>
              </a:spcBef>
              <a:spcAft>
                <a:spcPts val="0"/>
              </a:spcAft>
            </a:pPr>
            <a:r>
              <a:rPr lang="en-US" sz="2800" b="0" i="0" dirty="0">
                <a:solidFill>
                  <a:srgbClr val="222222"/>
                </a:solidFill>
                <a:effectLst/>
                <a:latin typeface="Times New Roman" panose="02020603050405020304" pitchFamily="18" charset="0"/>
                <a:cs typeface="Times New Roman" panose="02020603050405020304" pitchFamily="18" charset="0"/>
              </a:rPr>
              <a:t>- Pagination </a:t>
            </a:r>
            <a:r>
              <a:rPr lang="en-US" sz="2800" b="0" i="0" dirty="0" err="1">
                <a:solidFill>
                  <a:srgbClr val="222222"/>
                </a:solidFill>
                <a:effectLst/>
                <a:latin typeface="Times New Roman" panose="02020603050405020304" pitchFamily="18" charset="0"/>
                <a:cs typeface="Times New Roman" panose="02020603050405020304" pitchFamily="18" charset="0"/>
              </a:rPr>
              <a:t>và</a:t>
            </a:r>
            <a:r>
              <a:rPr lang="en-US" sz="2800" b="0" i="0" dirty="0">
                <a:solidFill>
                  <a:srgbClr val="222222"/>
                </a:solidFill>
                <a:effectLst/>
                <a:latin typeface="Times New Roman" panose="02020603050405020304" pitchFamily="18" charset="0"/>
                <a:cs typeface="Times New Roman" panose="02020603050405020304" pitchFamily="18" charset="0"/>
              </a:rPr>
              <a:t> Sorting</a:t>
            </a:r>
          </a:p>
          <a:p>
            <a:pPr marR="0" lvl="0" algn="l" rtl="0">
              <a:spcBef>
                <a:spcPts val="0"/>
              </a:spcBef>
              <a:spcAft>
                <a:spcPts val="0"/>
              </a:spcAft>
            </a:pPr>
            <a:r>
              <a:rPr lang="en-US" sz="2800" b="0" i="0" dirty="0">
                <a:solidFill>
                  <a:srgbClr val="222222"/>
                </a:solidFill>
                <a:effectLst/>
                <a:latin typeface="Times New Roman" panose="02020603050405020304" pitchFamily="18" charset="0"/>
                <a:cs typeface="Times New Roman" panose="02020603050405020304" pitchFamily="18" charset="0"/>
              </a:rPr>
              <a:t>- Auditing</a:t>
            </a:r>
          </a:p>
          <a:p>
            <a:pPr marL="0" marR="0" lvl="0" indent="0" algn="l" rtl="0">
              <a:spcBef>
                <a:spcPts val="0"/>
              </a:spcBef>
              <a:spcAft>
                <a:spcPts val="0"/>
              </a:spcAft>
              <a:buNone/>
            </a:pPr>
            <a:r>
              <a:rPr lang="en-US" sz="2800" b="0" i="0" dirty="0">
                <a:solidFill>
                  <a:srgbClr val="222222"/>
                </a:solidFill>
                <a:effectLst/>
                <a:latin typeface="Times New Roman" panose="02020603050405020304" pitchFamily="18" charset="0"/>
                <a:cs typeface="Times New Roman" panose="02020603050405020304" pitchFamily="18" charset="0"/>
              </a:rPr>
              <a:t>- </a:t>
            </a:r>
            <a:r>
              <a:rPr lang="vi-VN" sz="2800" b="0" i="0" dirty="0">
                <a:solidFill>
                  <a:srgbClr val="222222"/>
                </a:solidFill>
                <a:effectLst/>
                <a:latin typeface="Times New Roman" panose="02020603050405020304" pitchFamily="18" charset="0"/>
                <a:cs typeface="Times New Roman" panose="02020603050405020304" pitchFamily="18" charset="0"/>
              </a:rPr>
              <a:t>Integration với Spring Framework</a:t>
            </a:r>
            <a:endParaRPr lang="en-US" sz="2800" b="0" i="0" dirty="0">
              <a:solidFill>
                <a:srgbClr val="222222"/>
              </a:solidFill>
              <a:effectLst/>
              <a:latin typeface="Times New Roman" panose="02020603050405020304" pitchFamily="18" charset="0"/>
              <a:cs typeface="Times New Roman" panose="02020603050405020304" pitchFamily="18" charset="0"/>
            </a:endParaRPr>
          </a:p>
          <a:p>
            <a:pPr marL="457200" marR="0" lvl="0" indent="-457200" algn="l" rtl="0">
              <a:spcBef>
                <a:spcPts val="0"/>
              </a:spcBef>
              <a:spcAft>
                <a:spcPts val="0"/>
              </a:spcAft>
              <a:buFontTx/>
              <a:buChar char="-"/>
            </a:pPr>
            <a:r>
              <a:rPr lang="vi-VN" sz="2800" b="0" i="0" dirty="0">
                <a:solidFill>
                  <a:srgbClr val="222222"/>
                </a:solidFill>
                <a:effectLst/>
                <a:latin typeface="Times New Roman" panose="02020603050405020304" pitchFamily="18" charset="0"/>
                <a:cs typeface="Times New Roman" panose="02020603050405020304" pitchFamily="18" charset="0"/>
              </a:rPr>
              <a:t>Hỗ trợ đa dạng DB</a:t>
            </a:r>
            <a:endParaRPr lang="en-US" sz="2800" b="0" i="0" dirty="0">
              <a:solidFill>
                <a:srgbClr val="222222"/>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67870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93"/>
                                        </p:tgtEl>
                                        <p:attrNameLst>
                                          <p:attrName>style.visibility</p:attrName>
                                        </p:attrNameLst>
                                      </p:cBhvr>
                                      <p:to>
                                        <p:strVal val="visible"/>
                                      </p:to>
                                    </p:set>
                                    <p:anim calcmode="lin" valueType="num">
                                      <p:cBhvr additive="base">
                                        <p:cTn id="7" dur="500"/>
                                        <p:tgtEl>
                                          <p:spTgt spid="193"/>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90"/>
                                        </p:tgtEl>
                                        <p:attrNameLst>
                                          <p:attrName>style.visibility</p:attrName>
                                        </p:attrNameLst>
                                      </p:cBhvr>
                                      <p:to>
                                        <p:strVal val="visible"/>
                                      </p:to>
                                    </p:set>
                                    <p:anim calcmode="lin" valueType="num">
                                      <p:cBhvr additive="base">
                                        <p:cTn id="10" dur="500"/>
                                        <p:tgtEl>
                                          <p:spTgt spid="19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6">
          <a:extLst>
            <a:ext uri="{FF2B5EF4-FFF2-40B4-BE49-F238E27FC236}">
              <a16:creationId xmlns:a16="http://schemas.microsoft.com/office/drawing/2014/main" id="{677A682B-7872-9E01-89AF-FEA79B400002}"/>
            </a:ext>
          </a:extLst>
        </p:cNvPr>
        <p:cNvGrpSpPr/>
        <p:nvPr/>
      </p:nvGrpSpPr>
      <p:grpSpPr>
        <a:xfrm>
          <a:off x="0" y="0"/>
          <a:ext cx="0" cy="0"/>
          <a:chOff x="0" y="0"/>
          <a:chExt cx="0" cy="0"/>
        </a:xfrm>
      </p:grpSpPr>
      <p:grpSp>
        <p:nvGrpSpPr>
          <p:cNvPr id="190" name="Google Shape;190;p5">
            <a:extLst>
              <a:ext uri="{FF2B5EF4-FFF2-40B4-BE49-F238E27FC236}">
                <a16:creationId xmlns:a16="http://schemas.microsoft.com/office/drawing/2014/main" id="{58A35E5B-B74F-2896-9CD6-9085FCB4FBB6}"/>
              </a:ext>
            </a:extLst>
          </p:cNvPr>
          <p:cNvGrpSpPr/>
          <p:nvPr/>
        </p:nvGrpSpPr>
        <p:grpSpPr>
          <a:xfrm>
            <a:off x="1670730" y="1263299"/>
            <a:ext cx="8616270" cy="1007332"/>
            <a:chOff x="3129129" y="1121776"/>
            <a:chExt cx="5933741" cy="1171624"/>
          </a:xfrm>
        </p:grpSpPr>
        <p:sp>
          <p:nvSpPr>
            <p:cNvPr id="191" name="Google Shape;191;p5">
              <a:extLst>
                <a:ext uri="{FF2B5EF4-FFF2-40B4-BE49-F238E27FC236}">
                  <a16:creationId xmlns:a16="http://schemas.microsoft.com/office/drawing/2014/main" id="{A5716FB5-6471-2BC1-89A3-D030AE6F7420}"/>
                </a:ext>
              </a:extLst>
            </p:cNvPr>
            <p:cNvSpPr/>
            <p:nvPr/>
          </p:nvSpPr>
          <p:spPr>
            <a:xfrm>
              <a:off x="3129129" y="1121776"/>
              <a:ext cx="5933741" cy="1171624"/>
            </a:xfrm>
            <a:prstGeom prst="roundRect">
              <a:avLst>
                <a:gd name="adj" fmla="val 50000"/>
              </a:avLst>
            </a:prstGeom>
            <a:solidFill>
              <a:srgbClr val="D8D8D8">
                <a:alpha val="49803"/>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sp>
          <p:nvSpPr>
            <p:cNvPr id="192" name="Google Shape;192;p5">
              <a:extLst>
                <a:ext uri="{FF2B5EF4-FFF2-40B4-BE49-F238E27FC236}">
                  <a16:creationId xmlns:a16="http://schemas.microsoft.com/office/drawing/2014/main" id="{5BAA2AFA-BEAD-0115-287E-ACA9CB1E5272}"/>
                </a:ext>
              </a:extLst>
            </p:cNvPr>
            <p:cNvSpPr/>
            <p:nvPr/>
          </p:nvSpPr>
          <p:spPr>
            <a:xfrm>
              <a:off x="3289330" y="1253414"/>
              <a:ext cx="5613340" cy="908350"/>
            </a:xfrm>
            <a:prstGeom prst="roundRect">
              <a:avLst>
                <a:gd name="adj" fmla="val 50000"/>
              </a:avLst>
            </a:prstGeom>
            <a:gradFill>
              <a:gsLst>
                <a:gs pos="0">
                  <a:srgbClr val="FFAA2D"/>
                </a:gs>
                <a:gs pos="100000">
                  <a:srgbClr val="FFD393"/>
                </a:gs>
              </a:gsLst>
              <a:lin ang="0" scaled="0"/>
            </a:gradFill>
            <a:ln w="1905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grpSp>
      <p:grpSp>
        <p:nvGrpSpPr>
          <p:cNvPr id="193" name="Google Shape;193;p5">
            <a:extLst>
              <a:ext uri="{FF2B5EF4-FFF2-40B4-BE49-F238E27FC236}">
                <a16:creationId xmlns:a16="http://schemas.microsoft.com/office/drawing/2014/main" id="{E59BDF28-B9D6-B159-EC14-9E12F1E199F1}"/>
              </a:ext>
            </a:extLst>
          </p:cNvPr>
          <p:cNvGrpSpPr/>
          <p:nvPr/>
        </p:nvGrpSpPr>
        <p:grpSpPr>
          <a:xfrm>
            <a:off x="1782659" y="1240148"/>
            <a:ext cx="1674310" cy="1522886"/>
            <a:chOff x="3020983" y="881796"/>
            <a:chExt cx="2097410" cy="2097410"/>
          </a:xfrm>
        </p:grpSpPr>
        <p:grpSp>
          <p:nvGrpSpPr>
            <p:cNvPr id="194" name="Google Shape;194;p5">
              <a:extLst>
                <a:ext uri="{FF2B5EF4-FFF2-40B4-BE49-F238E27FC236}">
                  <a16:creationId xmlns:a16="http://schemas.microsoft.com/office/drawing/2014/main" id="{BBB5DEF7-0B24-667D-DF6B-890E0A77883F}"/>
                </a:ext>
              </a:extLst>
            </p:cNvPr>
            <p:cNvGrpSpPr/>
            <p:nvPr/>
          </p:nvGrpSpPr>
          <p:grpSpPr>
            <a:xfrm>
              <a:off x="3020983" y="881796"/>
              <a:ext cx="2097410" cy="2097410"/>
              <a:chOff x="3099689" y="1098878"/>
              <a:chExt cx="1995612" cy="1995615"/>
            </a:xfrm>
          </p:grpSpPr>
          <p:grpSp>
            <p:nvGrpSpPr>
              <p:cNvPr id="195" name="Google Shape;195;p5">
                <a:extLst>
                  <a:ext uri="{FF2B5EF4-FFF2-40B4-BE49-F238E27FC236}">
                    <a16:creationId xmlns:a16="http://schemas.microsoft.com/office/drawing/2014/main" id="{F91FBD86-AB1E-AC3E-7DC9-DF6D617022D3}"/>
                  </a:ext>
                </a:extLst>
              </p:cNvPr>
              <p:cNvGrpSpPr/>
              <p:nvPr/>
            </p:nvGrpSpPr>
            <p:grpSpPr>
              <a:xfrm>
                <a:off x="3099689" y="1098878"/>
                <a:ext cx="1995612" cy="1995615"/>
                <a:chOff x="6804316" y="2574806"/>
                <a:chExt cx="3585705" cy="3585705"/>
              </a:xfrm>
            </p:grpSpPr>
            <p:sp>
              <p:nvSpPr>
                <p:cNvPr id="196" name="Google Shape;196;p5">
                  <a:extLst>
                    <a:ext uri="{FF2B5EF4-FFF2-40B4-BE49-F238E27FC236}">
                      <a16:creationId xmlns:a16="http://schemas.microsoft.com/office/drawing/2014/main" id="{46F2D7E0-CBDC-3E81-A011-3ACC4B53FC14}"/>
                    </a:ext>
                  </a:extLst>
                </p:cNvPr>
                <p:cNvSpPr/>
                <p:nvPr/>
              </p:nvSpPr>
              <p:spPr>
                <a:xfrm rot="-2700000">
                  <a:off x="7501948" y="2927402"/>
                  <a:ext cx="2190440" cy="2880512"/>
                </a:xfrm>
                <a:custGeom>
                  <a:avLst/>
                  <a:gdLst/>
                  <a:ahLst/>
                  <a:cxnLst/>
                  <a:rect l="l" t="t" r="r" b="b"/>
                  <a:pathLst>
                    <a:path w="1696474" h="2070736" extrusionOk="0">
                      <a:moveTo>
                        <a:pt x="13249" y="1035368"/>
                      </a:moveTo>
                      <a:cubicBezTo>
                        <a:pt x="112309" y="471170"/>
                        <a:pt x="388098" y="0"/>
                        <a:pt x="850497" y="0"/>
                      </a:cubicBezTo>
                      <a:cubicBezTo>
                        <a:pt x="1312896" y="0"/>
                        <a:pt x="1611545" y="478790"/>
                        <a:pt x="1687745" y="1035368"/>
                      </a:cubicBezTo>
                      <a:cubicBezTo>
                        <a:pt x="1765308" y="1601901"/>
                        <a:pt x="1312896" y="2070736"/>
                        <a:pt x="850497" y="2070736"/>
                      </a:cubicBezTo>
                      <a:cubicBezTo>
                        <a:pt x="388098" y="2070736"/>
                        <a:pt x="-85811" y="1599566"/>
                        <a:pt x="13249" y="1035368"/>
                      </a:cubicBezTo>
                      <a:close/>
                    </a:path>
                  </a:pathLst>
                </a:custGeom>
                <a:gradFill>
                  <a:gsLst>
                    <a:gs pos="0">
                      <a:schemeClr val="dk1"/>
                    </a:gs>
                    <a:gs pos="17000">
                      <a:srgbClr val="000000">
                        <a:alpha val="45882"/>
                      </a:srgbClr>
                    </a:gs>
                    <a:gs pos="34000">
                      <a:srgbClr val="000000">
                        <a:alpha val="42745"/>
                      </a:srgbClr>
                    </a:gs>
                    <a:gs pos="51000">
                      <a:srgbClr val="000000">
                        <a:alpha val="20000"/>
                      </a:srgbClr>
                    </a:gs>
                    <a:gs pos="65000">
                      <a:srgbClr val="000000">
                        <a:alpha val="9803"/>
                      </a:srgbClr>
                    </a:gs>
                    <a:gs pos="78000">
                      <a:srgbClr val="000000">
                        <a:alpha val="4705"/>
                      </a:srgbClr>
                    </a:gs>
                    <a:gs pos="100000">
                      <a:srgbClr val="000000">
                        <a:alpha val="0"/>
                      </a:srgbClr>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602F42EE-DB7A-9CE8-96DB-7C8F3FCAF124}"/>
                    </a:ext>
                  </a:extLst>
                </p:cNvPr>
                <p:cNvSpPr/>
                <p:nvPr/>
              </p:nvSpPr>
              <p:spPr>
                <a:xfrm>
                  <a:off x="7567583" y="3243359"/>
                  <a:ext cx="1344545" cy="1344543"/>
                </a:xfrm>
                <a:prstGeom prst="ellipse">
                  <a:avLst/>
                </a:prstGeom>
                <a:gradFill>
                  <a:gsLst>
                    <a:gs pos="0">
                      <a:srgbClr val="FFFFFF">
                        <a:alpha val="98823"/>
                      </a:srgbClr>
                    </a:gs>
                    <a:gs pos="43000">
                      <a:srgbClr val="F7F7F7"/>
                    </a:gs>
                    <a:gs pos="100000">
                      <a:srgbClr val="B8C0C0"/>
                    </a:gs>
                  </a:gsLst>
                  <a:lin ang="2700000" scaled="0"/>
                </a:gradFill>
                <a:ln>
                  <a:noFill/>
                </a:ln>
                <a:effectLst>
                  <a:outerShdw blurRad="139700" dist="88900" dir="2700000" algn="tl" rotWithShape="0">
                    <a:srgbClr val="494949">
                      <a:alpha val="29803"/>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8" name="Google Shape;198;p5">
                  <a:extLst>
                    <a:ext uri="{FF2B5EF4-FFF2-40B4-BE49-F238E27FC236}">
                      <a16:creationId xmlns:a16="http://schemas.microsoft.com/office/drawing/2014/main" id="{C641423A-0825-E957-3FC8-7E899FA5173A}"/>
                    </a:ext>
                  </a:extLst>
                </p:cNvPr>
                <p:cNvSpPr/>
                <p:nvPr/>
              </p:nvSpPr>
              <p:spPr>
                <a:xfrm>
                  <a:off x="7380501" y="3019185"/>
                  <a:ext cx="1596494" cy="1596494"/>
                </a:xfrm>
                <a:prstGeom prst="ellipse">
                  <a:avLst/>
                </a:prstGeom>
                <a:gradFill>
                  <a:gsLst>
                    <a:gs pos="0">
                      <a:srgbClr val="FFFFFF">
                        <a:alpha val="98823"/>
                      </a:srgbClr>
                    </a:gs>
                    <a:gs pos="11000">
                      <a:srgbClr val="FFFFFF">
                        <a:alpha val="98823"/>
                      </a:srgbClr>
                    </a:gs>
                    <a:gs pos="39000">
                      <a:schemeClr val="lt1"/>
                    </a:gs>
                    <a:gs pos="52999">
                      <a:srgbClr val="F7F7F7"/>
                    </a:gs>
                    <a:gs pos="100000">
                      <a:srgbClr val="B8C0C0"/>
                    </a:gs>
                  </a:gsLst>
                  <a:lin ang="27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199" name="Google Shape;199;p5">
                <a:extLst>
                  <a:ext uri="{FF2B5EF4-FFF2-40B4-BE49-F238E27FC236}">
                    <a16:creationId xmlns:a16="http://schemas.microsoft.com/office/drawing/2014/main" id="{AD5E311E-4060-1E22-9E52-F3CEB24A25DC}"/>
                  </a:ext>
                </a:extLst>
              </p:cNvPr>
              <p:cNvSpPr/>
              <p:nvPr/>
            </p:nvSpPr>
            <p:spPr>
              <a:xfrm>
                <a:off x="3222820" y="1148080"/>
                <a:ext cx="1284820" cy="1284821"/>
              </a:xfrm>
              <a:prstGeom prst="ellipse">
                <a:avLst/>
              </a:prstGeom>
              <a:solidFill>
                <a:schemeClr val="lt1">
                  <a:alpha val="13725"/>
                </a:schemeClr>
              </a:solidFill>
              <a:ln w="15875" cap="flat" cmpd="sng">
                <a:solidFill>
                  <a:schemeClr val="lt1"/>
                </a:solidFill>
                <a:prstDash val="solid"/>
                <a:miter lim="800000"/>
                <a:headEnd type="none" w="sm" len="sm"/>
                <a:tailEnd type="none" w="sm" len="sm"/>
              </a:ln>
              <a:effectLst>
                <a:outerShdw blurRad="215900" dist="88900" dir="2700000" algn="tl" rotWithShape="0">
                  <a:srgbClr val="000000">
                    <a:alpha val="1098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200" name="Google Shape;200;p5">
              <a:extLst>
                <a:ext uri="{FF2B5EF4-FFF2-40B4-BE49-F238E27FC236}">
                  <a16:creationId xmlns:a16="http://schemas.microsoft.com/office/drawing/2014/main" id="{2DF3EE90-59B8-B9C7-3B50-E2F38111E55F}"/>
                </a:ext>
              </a:extLst>
            </p:cNvPr>
            <p:cNvSpPr txBox="1"/>
            <p:nvPr/>
          </p:nvSpPr>
          <p:spPr>
            <a:xfrm>
              <a:off x="3514455" y="1292811"/>
              <a:ext cx="774240" cy="720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FFB850"/>
                  </a:solidFill>
                  <a:latin typeface="Impact"/>
                  <a:ea typeface="Impact"/>
                  <a:cs typeface="Impact"/>
                  <a:sym typeface="Impact"/>
                </a:rPr>
                <a:t>02</a:t>
              </a:r>
              <a:endParaRPr sz="2800" dirty="0">
                <a:solidFill>
                  <a:srgbClr val="FFB850"/>
                </a:solidFill>
                <a:latin typeface="Impact"/>
                <a:ea typeface="Impact"/>
                <a:cs typeface="Impact"/>
                <a:sym typeface="Impact"/>
              </a:endParaRPr>
            </a:p>
          </p:txBody>
        </p:sp>
      </p:grpSp>
      <p:sp>
        <p:nvSpPr>
          <p:cNvPr id="201" name="Google Shape;201;p5">
            <a:extLst>
              <a:ext uri="{FF2B5EF4-FFF2-40B4-BE49-F238E27FC236}">
                <a16:creationId xmlns:a16="http://schemas.microsoft.com/office/drawing/2014/main" id="{9988179A-3E97-0D11-A477-60562B63D1A4}"/>
              </a:ext>
            </a:extLst>
          </p:cNvPr>
          <p:cNvSpPr txBox="1"/>
          <p:nvPr/>
        </p:nvSpPr>
        <p:spPr>
          <a:xfrm>
            <a:off x="2980807" y="1521544"/>
            <a:ext cx="69058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Times New Roman"/>
                <a:ea typeface="Times New Roman"/>
                <a:cs typeface="Times New Roman"/>
                <a:sym typeface="Times New Roman"/>
              </a:rPr>
              <a:t>Hibernate ORM</a:t>
            </a:r>
            <a:endParaRPr sz="2800" b="1" dirty="0">
              <a:solidFill>
                <a:schemeClr val="dk1"/>
              </a:solidFill>
              <a:latin typeface="Times New Roman"/>
              <a:ea typeface="Times New Roman"/>
              <a:cs typeface="Times New Roman"/>
              <a:sym typeface="Times New Roman"/>
            </a:endParaRPr>
          </a:p>
        </p:txBody>
      </p:sp>
      <p:sp>
        <p:nvSpPr>
          <p:cNvPr id="202" name="Google Shape;202;p5">
            <a:extLst>
              <a:ext uri="{FF2B5EF4-FFF2-40B4-BE49-F238E27FC236}">
                <a16:creationId xmlns:a16="http://schemas.microsoft.com/office/drawing/2014/main" id="{3AC3A81E-48E2-4382-B2D5-5E60C3A2B2A6}"/>
              </a:ext>
            </a:extLst>
          </p:cNvPr>
          <p:cNvSpPr/>
          <p:nvPr/>
        </p:nvSpPr>
        <p:spPr>
          <a:xfrm>
            <a:off x="1670730" y="2505849"/>
            <a:ext cx="9367384" cy="3437751"/>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vi-VN" sz="2800" b="0" i="0" dirty="0">
                <a:solidFill>
                  <a:srgbClr val="222222"/>
                </a:solidFill>
                <a:effectLst/>
                <a:latin typeface="Times New Roman" panose="02020603050405020304" pitchFamily="18" charset="0"/>
                <a:cs typeface="Times New Roman" panose="02020603050405020304" pitchFamily="18" charset="0"/>
              </a:rPr>
              <a:t>Hibernate ORM (Object-Relational Mapping) là một framework phổ biến để ánh xạ các đối tượng Java với các bảng trong cơ sở dữ liệu quan hệ. Nó giúp quản lý dữ liệu thông qua JPA hoặc giao diện API riêng của Hibernate.</a:t>
            </a:r>
            <a:endParaRPr lang="vi-VN" sz="280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714814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93"/>
                                        </p:tgtEl>
                                        <p:attrNameLst>
                                          <p:attrName>style.visibility</p:attrName>
                                        </p:attrNameLst>
                                      </p:cBhvr>
                                      <p:to>
                                        <p:strVal val="visible"/>
                                      </p:to>
                                    </p:set>
                                    <p:anim calcmode="lin" valueType="num">
                                      <p:cBhvr additive="base">
                                        <p:cTn id="7" dur="500"/>
                                        <p:tgtEl>
                                          <p:spTgt spid="193"/>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90"/>
                                        </p:tgtEl>
                                        <p:attrNameLst>
                                          <p:attrName>style.visibility</p:attrName>
                                        </p:attrNameLst>
                                      </p:cBhvr>
                                      <p:to>
                                        <p:strVal val="visible"/>
                                      </p:to>
                                    </p:set>
                                    <p:anim calcmode="lin" valueType="num">
                                      <p:cBhvr additive="base">
                                        <p:cTn id="10" dur="500"/>
                                        <p:tgtEl>
                                          <p:spTgt spid="19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6">
          <a:extLst>
            <a:ext uri="{FF2B5EF4-FFF2-40B4-BE49-F238E27FC236}">
              <a16:creationId xmlns:a16="http://schemas.microsoft.com/office/drawing/2014/main" id="{9EC16BB2-0BA1-CCE8-0276-3BEAE47884CA}"/>
            </a:ext>
          </a:extLst>
        </p:cNvPr>
        <p:cNvGrpSpPr/>
        <p:nvPr/>
      </p:nvGrpSpPr>
      <p:grpSpPr>
        <a:xfrm>
          <a:off x="0" y="0"/>
          <a:ext cx="0" cy="0"/>
          <a:chOff x="0" y="0"/>
          <a:chExt cx="0" cy="0"/>
        </a:xfrm>
      </p:grpSpPr>
      <p:grpSp>
        <p:nvGrpSpPr>
          <p:cNvPr id="190" name="Google Shape;190;p5">
            <a:extLst>
              <a:ext uri="{FF2B5EF4-FFF2-40B4-BE49-F238E27FC236}">
                <a16:creationId xmlns:a16="http://schemas.microsoft.com/office/drawing/2014/main" id="{953F512F-4587-D214-EFBF-3361582CE512}"/>
              </a:ext>
            </a:extLst>
          </p:cNvPr>
          <p:cNvGrpSpPr/>
          <p:nvPr/>
        </p:nvGrpSpPr>
        <p:grpSpPr>
          <a:xfrm>
            <a:off x="1670730" y="1263299"/>
            <a:ext cx="8616270" cy="1007332"/>
            <a:chOff x="3129129" y="1121776"/>
            <a:chExt cx="5933741" cy="1171624"/>
          </a:xfrm>
        </p:grpSpPr>
        <p:sp>
          <p:nvSpPr>
            <p:cNvPr id="191" name="Google Shape;191;p5">
              <a:extLst>
                <a:ext uri="{FF2B5EF4-FFF2-40B4-BE49-F238E27FC236}">
                  <a16:creationId xmlns:a16="http://schemas.microsoft.com/office/drawing/2014/main" id="{2BCBB517-E45A-1E39-3153-93A9481B0B5A}"/>
                </a:ext>
              </a:extLst>
            </p:cNvPr>
            <p:cNvSpPr/>
            <p:nvPr/>
          </p:nvSpPr>
          <p:spPr>
            <a:xfrm>
              <a:off x="3129129" y="1121776"/>
              <a:ext cx="5933741" cy="1171624"/>
            </a:xfrm>
            <a:prstGeom prst="roundRect">
              <a:avLst>
                <a:gd name="adj" fmla="val 50000"/>
              </a:avLst>
            </a:prstGeom>
            <a:solidFill>
              <a:srgbClr val="D8D8D8">
                <a:alpha val="49803"/>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sp>
          <p:nvSpPr>
            <p:cNvPr id="192" name="Google Shape;192;p5">
              <a:extLst>
                <a:ext uri="{FF2B5EF4-FFF2-40B4-BE49-F238E27FC236}">
                  <a16:creationId xmlns:a16="http://schemas.microsoft.com/office/drawing/2014/main" id="{EB4700BD-9ACA-5FDB-2864-1917C24C41C4}"/>
                </a:ext>
              </a:extLst>
            </p:cNvPr>
            <p:cNvSpPr/>
            <p:nvPr/>
          </p:nvSpPr>
          <p:spPr>
            <a:xfrm>
              <a:off x="3289330" y="1253414"/>
              <a:ext cx="5613340" cy="908350"/>
            </a:xfrm>
            <a:prstGeom prst="roundRect">
              <a:avLst>
                <a:gd name="adj" fmla="val 50000"/>
              </a:avLst>
            </a:prstGeom>
            <a:gradFill>
              <a:gsLst>
                <a:gs pos="0">
                  <a:srgbClr val="FFAA2D"/>
                </a:gs>
                <a:gs pos="100000">
                  <a:srgbClr val="FFD393"/>
                </a:gs>
              </a:gsLst>
              <a:lin ang="0" scaled="0"/>
            </a:gradFill>
            <a:ln w="1905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grpSp>
      <p:grpSp>
        <p:nvGrpSpPr>
          <p:cNvPr id="193" name="Google Shape;193;p5">
            <a:extLst>
              <a:ext uri="{FF2B5EF4-FFF2-40B4-BE49-F238E27FC236}">
                <a16:creationId xmlns:a16="http://schemas.microsoft.com/office/drawing/2014/main" id="{20A3EBBC-E727-466D-F06D-C1F783DC8A86}"/>
              </a:ext>
            </a:extLst>
          </p:cNvPr>
          <p:cNvGrpSpPr/>
          <p:nvPr/>
        </p:nvGrpSpPr>
        <p:grpSpPr>
          <a:xfrm>
            <a:off x="1782659" y="1240148"/>
            <a:ext cx="1674310" cy="1522886"/>
            <a:chOff x="3020983" y="881796"/>
            <a:chExt cx="2097410" cy="2097410"/>
          </a:xfrm>
        </p:grpSpPr>
        <p:grpSp>
          <p:nvGrpSpPr>
            <p:cNvPr id="194" name="Google Shape;194;p5">
              <a:extLst>
                <a:ext uri="{FF2B5EF4-FFF2-40B4-BE49-F238E27FC236}">
                  <a16:creationId xmlns:a16="http://schemas.microsoft.com/office/drawing/2014/main" id="{F27DCD13-616F-0360-BF64-6F96BA89D364}"/>
                </a:ext>
              </a:extLst>
            </p:cNvPr>
            <p:cNvGrpSpPr/>
            <p:nvPr/>
          </p:nvGrpSpPr>
          <p:grpSpPr>
            <a:xfrm>
              <a:off x="3020983" y="881796"/>
              <a:ext cx="2097410" cy="2097410"/>
              <a:chOff x="3099689" y="1098878"/>
              <a:chExt cx="1995612" cy="1995615"/>
            </a:xfrm>
          </p:grpSpPr>
          <p:grpSp>
            <p:nvGrpSpPr>
              <p:cNvPr id="195" name="Google Shape;195;p5">
                <a:extLst>
                  <a:ext uri="{FF2B5EF4-FFF2-40B4-BE49-F238E27FC236}">
                    <a16:creationId xmlns:a16="http://schemas.microsoft.com/office/drawing/2014/main" id="{C0A739B1-B2EE-BCB4-52CA-EB486AD4D218}"/>
                  </a:ext>
                </a:extLst>
              </p:cNvPr>
              <p:cNvGrpSpPr/>
              <p:nvPr/>
            </p:nvGrpSpPr>
            <p:grpSpPr>
              <a:xfrm>
                <a:off x="3099689" y="1098878"/>
                <a:ext cx="1995612" cy="1995615"/>
                <a:chOff x="6804316" y="2574806"/>
                <a:chExt cx="3585705" cy="3585705"/>
              </a:xfrm>
            </p:grpSpPr>
            <p:sp>
              <p:nvSpPr>
                <p:cNvPr id="196" name="Google Shape;196;p5">
                  <a:extLst>
                    <a:ext uri="{FF2B5EF4-FFF2-40B4-BE49-F238E27FC236}">
                      <a16:creationId xmlns:a16="http://schemas.microsoft.com/office/drawing/2014/main" id="{CA18B24B-EFA3-42C5-B448-D0C2856B7E2E}"/>
                    </a:ext>
                  </a:extLst>
                </p:cNvPr>
                <p:cNvSpPr/>
                <p:nvPr/>
              </p:nvSpPr>
              <p:spPr>
                <a:xfrm rot="-2700000">
                  <a:off x="7501948" y="2927402"/>
                  <a:ext cx="2190440" cy="2880512"/>
                </a:xfrm>
                <a:custGeom>
                  <a:avLst/>
                  <a:gdLst/>
                  <a:ahLst/>
                  <a:cxnLst/>
                  <a:rect l="l" t="t" r="r" b="b"/>
                  <a:pathLst>
                    <a:path w="1696474" h="2070736" extrusionOk="0">
                      <a:moveTo>
                        <a:pt x="13249" y="1035368"/>
                      </a:moveTo>
                      <a:cubicBezTo>
                        <a:pt x="112309" y="471170"/>
                        <a:pt x="388098" y="0"/>
                        <a:pt x="850497" y="0"/>
                      </a:cubicBezTo>
                      <a:cubicBezTo>
                        <a:pt x="1312896" y="0"/>
                        <a:pt x="1611545" y="478790"/>
                        <a:pt x="1687745" y="1035368"/>
                      </a:cubicBezTo>
                      <a:cubicBezTo>
                        <a:pt x="1765308" y="1601901"/>
                        <a:pt x="1312896" y="2070736"/>
                        <a:pt x="850497" y="2070736"/>
                      </a:cubicBezTo>
                      <a:cubicBezTo>
                        <a:pt x="388098" y="2070736"/>
                        <a:pt x="-85811" y="1599566"/>
                        <a:pt x="13249" y="1035368"/>
                      </a:cubicBezTo>
                      <a:close/>
                    </a:path>
                  </a:pathLst>
                </a:custGeom>
                <a:gradFill>
                  <a:gsLst>
                    <a:gs pos="0">
                      <a:schemeClr val="dk1"/>
                    </a:gs>
                    <a:gs pos="17000">
                      <a:srgbClr val="000000">
                        <a:alpha val="45882"/>
                      </a:srgbClr>
                    </a:gs>
                    <a:gs pos="34000">
                      <a:srgbClr val="000000">
                        <a:alpha val="42745"/>
                      </a:srgbClr>
                    </a:gs>
                    <a:gs pos="51000">
                      <a:srgbClr val="000000">
                        <a:alpha val="20000"/>
                      </a:srgbClr>
                    </a:gs>
                    <a:gs pos="65000">
                      <a:srgbClr val="000000">
                        <a:alpha val="9803"/>
                      </a:srgbClr>
                    </a:gs>
                    <a:gs pos="78000">
                      <a:srgbClr val="000000">
                        <a:alpha val="4705"/>
                      </a:srgbClr>
                    </a:gs>
                    <a:gs pos="100000">
                      <a:srgbClr val="000000">
                        <a:alpha val="0"/>
                      </a:srgbClr>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1AB83451-F4E7-0A30-0B56-F761CD9E3D30}"/>
                    </a:ext>
                  </a:extLst>
                </p:cNvPr>
                <p:cNvSpPr/>
                <p:nvPr/>
              </p:nvSpPr>
              <p:spPr>
                <a:xfrm>
                  <a:off x="7567583" y="3243359"/>
                  <a:ext cx="1344545" cy="1344543"/>
                </a:xfrm>
                <a:prstGeom prst="ellipse">
                  <a:avLst/>
                </a:prstGeom>
                <a:gradFill>
                  <a:gsLst>
                    <a:gs pos="0">
                      <a:srgbClr val="FFFFFF">
                        <a:alpha val="98823"/>
                      </a:srgbClr>
                    </a:gs>
                    <a:gs pos="43000">
                      <a:srgbClr val="F7F7F7"/>
                    </a:gs>
                    <a:gs pos="100000">
                      <a:srgbClr val="B8C0C0"/>
                    </a:gs>
                  </a:gsLst>
                  <a:lin ang="2700000" scaled="0"/>
                </a:gradFill>
                <a:ln>
                  <a:noFill/>
                </a:ln>
                <a:effectLst>
                  <a:outerShdw blurRad="139700" dist="88900" dir="2700000" algn="tl" rotWithShape="0">
                    <a:srgbClr val="494949">
                      <a:alpha val="29803"/>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8" name="Google Shape;198;p5">
                  <a:extLst>
                    <a:ext uri="{FF2B5EF4-FFF2-40B4-BE49-F238E27FC236}">
                      <a16:creationId xmlns:a16="http://schemas.microsoft.com/office/drawing/2014/main" id="{D3CB7909-1330-9029-9637-34ECEC688EDB}"/>
                    </a:ext>
                  </a:extLst>
                </p:cNvPr>
                <p:cNvSpPr/>
                <p:nvPr/>
              </p:nvSpPr>
              <p:spPr>
                <a:xfrm>
                  <a:off x="7380501" y="3019185"/>
                  <a:ext cx="1596494" cy="1596494"/>
                </a:xfrm>
                <a:prstGeom prst="ellipse">
                  <a:avLst/>
                </a:prstGeom>
                <a:gradFill>
                  <a:gsLst>
                    <a:gs pos="0">
                      <a:srgbClr val="FFFFFF">
                        <a:alpha val="98823"/>
                      </a:srgbClr>
                    </a:gs>
                    <a:gs pos="11000">
                      <a:srgbClr val="FFFFFF">
                        <a:alpha val="98823"/>
                      </a:srgbClr>
                    </a:gs>
                    <a:gs pos="39000">
                      <a:schemeClr val="lt1"/>
                    </a:gs>
                    <a:gs pos="52999">
                      <a:srgbClr val="F7F7F7"/>
                    </a:gs>
                    <a:gs pos="100000">
                      <a:srgbClr val="B8C0C0"/>
                    </a:gs>
                  </a:gsLst>
                  <a:lin ang="27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199" name="Google Shape;199;p5">
                <a:extLst>
                  <a:ext uri="{FF2B5EF4-FFF2-40B4-BE49-F238E27FC236}">
                    <a16:creationId xmlns:a16="http://schemas.microsoft.com/office/drawing/2014/main" id="{955DD059-C461-E3C7-67D1-510271968A8E}"/>
                  </a:ext>
                </a:extLst>
              </p:cNvPr>
              <p:cNvSpPr/>
              <p:nvPr/>
            </p:nvSpPr>
            <p:spPr>
              <a:xfrm>
                <a:off x="3222820" y="1148080"/>
                <a:ext cx="1284820" cy="1284821"/>
              </a:xfrm>
              <a:prstGeom prst="ellipse">
                <a:avLst/>
              </a:prstGeom>
              <a:solidFill>
                <a:schemeClr val="lt1">
                  <a:alpha val="13725"/>
                </a:schemeClr>
              </a:solidFill>
              <a:ln w="15875" cap="flat" cmpd="sng">
                <a:solidFill>
                  <a:schemeClr val="lt1"/>
                </a:solidFill>
                <a:prstDash val="solid"/>
                <a:miter lim="800000"/>
                <a:headEnd type="none" w="sm" len="sm"/>
                <a:tailEnd type="none" w="sm" len="sm"/>
              </a:ln>
              <a:effectLst>
                <a:outerShdw blurRad="215900" dist="88900" dir="2700000" algn="tl" rotWithShape="0">
                  <a:srgbClr val="000000">
                    <a:alpha val="1098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200" name="Google Shape;200;p5">
              <a:extLst>
                <a:ext uri="{FF2B5EF4-FFF2-40B4-BE49-F238E27FC236}">
                  <a16:creationId xmlns:a16="http://schemas.microsoft.com/office/drawing/2014/main" id="{2E6A94A7-078A-5805-66E9-5D7EA82D5A1D}"/>
                </a:ext>
              </a:extLst>
            </p:cNvPr>
            <p:cNvSpPr txBox="1"/>
            <p:nvPr/>
          </p:nvSpPr>
          <p:spPr>
            <a:xfrm>
              <a:off x="3514455" y="1292811"/>
              <a:ext cx="774240" cy="720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FFB850"/>
                  </a:solidFill>
                  <a:latin typeface="Impact"/>
                  <a:ea typeface="Impact"/>
                  <a:cs typeface="Impact"/>
                  <a:sym typeface="Impact"/>
                </a:rPr>
                <a:t>02</a:t>
              </a:r>
              <a:endParaRPr sz="2800" dirty="0">
                <a:solidFill>
                  <a:srgbClr val="FFB850"/>
                </a:solidFill>
                <a:latin typeface="Impact"/>
                <a:ea typeface="Impact"/>
                <a:cs typeface="Impact"/>
                <a:sym typeface="Impact"/>
              </a:endParaRPr>
            </a:p>
          </p:txBody>
        </p:sp>
      </p:grpSp>
      <p:sp>
        <p:nvSpPr>
          <p:cNvPr id="201" name="Google Shape;201;p5">
            <a:extLst>
              <a:ext uri="{FF2B5EF4-FFF2-40B4-BE49-F238E27FC236}">
                <a16:creationId xmlns:a16="http://schemas.microsoft.com/office/drawing/2014/main" id="{D889E76C-5FA7-F61B-A559-2111AECE7545}"/>
              </a:ext>
            </a:extLst>
          </p:cNvPr>
          <p:cNvSpPr txBox="1"/>
          <p:nvPr/>
        </p:nvSpPr>
        <p:spPr>
          <a:xfrm>
            <a:off x="2980807" y="1521544"/>
            <a:ext cx="69058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Times New Roman"/>
                <a:ea typeface="Times New Roman"/>
                <a:cs typeface="Times New Roman"/>
                <a:sym typeface="Times New Roman"/>
              </a:rPr>
              <a:t>Hibernate ORM</a:t>
            </a:r>
            <a:endParaRPr sz="2800" b="1" dirty="0">
              <a:solidFill>
                <a:schemeClr val="dk1"/>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F485886F-5073-D560-4E87-EA5F3C16D647}"/>
              </a:ext>
            </a:extLst>
          </p:cNvPr>
          <p:cNvPicPr>
            <a:picLocks noChangeAspect="1"/>
          </p:cNvPicPr>
          <p:nvPr/>
        </p:nvPicPr>
        <p:blipFill>
          <a:blip r:embed="rId3"/>
          <a:stretch>
            <a:fillRect/>
          </a:stretch>
        </p:blipFill>
        <p:spPr>
          <a:xfrm>
            <a:off x="2980807" y="2302520"/>
            <a:ext cx="5549636" cy="4434301"/>
          </a:xfrm>
          <a:prstGeom prst="rect">
            <a:avLst/>
          </a:prstGeom>
        </p:spPr>
      </p:pic>
    </p:spTree>
    <p:extLst>
      <p:ext uri="{BB962C8B-B14F-4D97-AF65-F5344CB8AC3E}">
        <p14:creationId xmlns:p14="http://schemas.microsoft.com/office/powerpoint/2010/main" val="68380081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93"/>
                                        </p:tgtEl>
                                        <p:attrNameLst>
                                          <p:attrName>style.visibility</p:attrName>
                                        </p:attrNameLst>
                                      </p:cBhvr>
                                      <p:to>
                                        <p:strVal val="visible"/>
                                      </p:to>
                                    </p:set>
                                    <p:anim calcmode="lin" valueType="num">
                                      <p:cBhvr additive="base">
                                        <p:cTn id="7" dur="500"/>
                                        <p:tgtEl>
                                          <p:spTgt spid="193"/>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90"/>
                                        </p:tgtEl>
                                        <p:attrNameLst>
                                          <p:attrName>style.visibility</p:attrName>
                                        </p:attrNameLst>
                                      </p:cBhvr>
                                      <p:to>
                                        <p:strVal val="visible"/>
                                      </p:to>
                                    </p:set>
                                    <p:anim calcmode="lin" valueType="num">
                                      <p:cBhvr additive="base">
                                        <p:cTn id="10" dur="500"/>
                                        <p:tgtEl>
                                          <p:spTgt spid="19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6">
          <a:extLst>
            <a:ext uri="{FF2B5EF4-FFF2-40B4-BE49-F238E27FC236}">
              <a16:creationId xmlns:a16="http://schemas.microsoft.com/office/drawing/2014/main" id="{464BE347-ACD5-5106-EF8E-E0152AE2A2AC}"/>
            </a:ext>
          </a:extLst>
        </p:cNvPr>
        <p:cNvGrpSpPr/>
        <p:nvPr/>
      </p:nvGrpSpPr>
      <p:grpSpPr>
        <a:xfrm>
          <a:off x="0" y="0"/>
          <a:ext cx="0" cy="0"/>
          <a:chOff x="0" y="0"/>
          <a:chExt cx="0" cy="0"/>
        </a:xfrm>
      </p:grpSpPr>
      <p:grpSp>
        <p:nvGrpSpPr>
          <p:cNvPr id="190" name="Google Shape;190;p5">
            <a:extLst>
              <a:ext uri="{FF2B5EF4-FFF2-40B4-BE49-F238E27FC236}">
                <a16:creationId xmlns:a16="http://schemas.microsoft.com/office/drawing/2014/main" id="{8B6AC91E-0D5A-88C8-F5EA-FA56BA25E688}"/>
              </a:ext>
            </a:extLst>
          </p:cNvPr>
          <p:cNvGrpSpPr/>
          <p:nvPr/>
        </p:nvGrpSpPr>
        <p:grpSpPr>
          <a:xfrm>
            <a:off x="1670730" y="1263299"/>
            <a:ext cx="8616270" cy="1007332"/>
            <a:chOff x="3129129" y="1121776"/>
            <a:chExt cx="5933741" cy="1171624"/>
          </a:xfrm>
        </p:grpSpPr>
        <p:sp>
          <p:nvSpPr>
            <p:cNvPr id="191" name="Google Shape;191;p5">
              <a:extLst>
                <a:ext uri="{FF2B5EF4-FFF2-40B4-BE49-F238E27FC236}">
                  <a16:creationId xmlns:a16="http://schemas.microsoft.com/office/drawing/2014/main" id="{D4507D98-6429-CFD1-FA1A-903F03F52698}"/>
                </a:ext>
              </a:extLst>
            </p:cNvPr>
            <p:cNvSpPr/>
            <p:nvPr/>
          </p:nvSpPr>
          <p:spPr>
            <a:xfrm>
              <a:off x="3129129" y="1121776"/>
              <a:ext cx="5933741" cy="1171624"/>
            </a:xfrm>
            <a:prstGeom prst="roundRect">
              <a:avLst>
                <a:gd name="adj" fmla="val 50000"/>
              </a:avLst>
            </a:prstGeom>
            <a:solidFill>
              <a:srgbClr val="D8D8D8">
                <a:alpha val="49803"/>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sp>
          <p:nvSpPr>
            <p:cNvPr id="192" name="Google Shape;192;p5">
              <a:extLst>
                <a:ext uri="{FF2B5EF4-FFF2-40B4-BE49-F238E27FC236}">
                  <a16:creationId xmlns:a16="http://schemas.microsoft.com/office/drawing/2014/main" id="{EEB48343-68B5-4F09-BCEA-BE31021A8399}"/>
                </a:ext>
              </a:extLst>
            </p:cNvPr>
            <p:cNvSpPr/>
            <p:nvPr/>
          </p:nvSpPr>
          <p:spPr>
            <a:xfrm>
              <a:off x="3289330" y="1253414"/>
              <a:ext cx="5613340" cy="908350"/>
            </a:xfrm>
            <a:prstGeom prst="roundRect">
              <a:avLst>
                <a:gd name="adj" fmla="val 50000"/>
              </a:avLst>
            </a:prstGeom>
            <a:gradFill>
              <a:gsLst>
                <a:gs pos="0">
                  <a:srgbClr val="FFAA2D"/>
                </a:gs>
                <a:gs pos="100000">
                  <a:srgbClr val="FFD393"/>
                </a:gs>
              </a:gsLst>
              <a:lin ang="0" scaled="0"/>
            </a:gradFill>
            <a:ln w="1905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grpSp>
      <p:grpSp>
        <p:nvGrpSpPr>
          <p:cNvPr id="193" name="Google Shape;193;p5">
            <a:extLst>
              <a:ext uri="{FF2B5EF4-FFF2-40B4-BE49-F238E27FC236}">
                <a16:creationId xmlns:a16="http://schemas.microsoft.com/office/drawing/2014/main" id="{7A5AEF1F-114D-AA88-6E76-F9F208D55215}"/>
              </a:ext>
            </a:extLst>
          </p:cNvPr>
          <p:cNvGrpSpPr/>
          <p:nvPr/>
        </p:nvGrpSpPr>
        <p:grpSpPr>
          <a:xfrm>
            <a:off x="1782659" y="1240148"/>
            <a:ext cx="1674310" cy="1522886"/>
            <a:chOff x="3020983" y="881796"/>
            <a:chExt cx="2097410" cy="2097410"/>
          </a:xfrm>
        </p:grpSpPr>
        <p:grpSp>
          <p:nvGrpSpPr>
            <p:cNvPr id="194" name="Google Shape;194;p5">
              <a:extLst>
                <a:ext uri="{FF2B5EF4-FFF2-40B4-BE49-F238E27FC236}">
                  <a16:creationId xmlns:a16="http://schemas.microsoft.com/office/drawing/2014/main" id="{89CFFB08-5FBE-22A9-8012-302218FD3F3C}"/>
                </a:ext>
              </a:extLst>
            </p:cNvPr>
            <p:cNvGrpSpPr/>
            <p:nvPr/>
          </p:nvGrpSpPr>
          <p:grpSpPr>
            <a:xfrm>
              <a:off x="3020983" y="881796"/>
              <a:ext cx="2097410" cy="2097410"/>
              <a:chOff x="3099689" y="1098878"/>
              <a:chExt cx="1995612" cy="1995615"/>
            </a:xfrm>
          </p:grpSpPr>
          <p:grpSp>
            <p:nvGrpSpPr>
              <p:cNvPr id="195" name="Google Shape;195;p5">
                <a:extLst>
                  <a:ext uri="{FF2B5EF4-FFF2-40B4-BE49-F238E27FC236}">
                    <a16:creationId xmlns:a16="http://schemas.microsoft.com/office/drawing/2014/main" id="{9D23D236-0777-BA29-F0B6-4230738D25B5}"/>
                  </a:ext>
                </a:extLst>
              </p:cNvPr>
              <p:cNvGrpSpPr/>
              <p:nvPr/>
            </p:nvGrpSpPr>
            <p:grpSpPr>
              <a:xfrm>
                <a:off x="3099689" y="1098878"/>
                <a:ext cx="1995612" cy="1995615"/>
                <a:chOff x="6804316" y="2574806"/>
                <a:chExt cx="3585705" cy="3585705"/>
              </a:xfrm>
            </p:grpSpPr>
            <p:sp>
              <p:nvSpPr>
                <p:cNvPr id="196" name="Google Shape;196;p5">
                  <a:extLst>
                    <a:ext uri="{FF2B5EF4-FFF2-40B4-BE49-F238E27FC236}">
                      <a16:creationId xmlns:a16="http://schemas.microsoft.com/office/drawing/2014/main" id="{AF173D45-9CBF-D855-D849-662F8155228A}"/>
                    </a:ext>
                  </a:extLst>
                </p:cNvPr>
                <p:cNvSpPr/>
                <p:nvPr/>
              </p:nvSpPr>
              <p:spPr>
                <a:xfrm rot="-2700000">
                  <a:off x="7501948" y="2927402"/>
                  <a:ext cx="2190440" cy="2880512"/>
                </a:xfrm>
                <a:custGeom>
                  <a:avLst/>
                  <a:gdLst/>
                  <a:ahLst/>
                  <a:cxnLst/>
                  <a:rect l="l" t="t" r="r" b="b"/>
                  <a:pathLst>
                    <a:path w="1696474" h="2070736" extrusionOk="0">
                      <a:moveTo>
                        <a:pt x="13249" y="1035368"/>
                      </a:moveTo>
                      <a:cubicBezTo>
                        <a:pt x="112309" y="471170"/>
                        <a:pt x="388098" y="0"/>
                        <a:pt x="850497" y="0"/>
                      </a:cubicBezTo>
                      <a:cubicBezTo>
                        <a:pt x="1312896" y="0"/>
                        <a:pt x="1611545" y="478790"/>
                        <a:pt x="1687745" y="1035368"/>
                      </a:cubicBezTo>
                      <a:cubicBezTo>
                        <a:pt x="1765308" y="1601901"/>
                        <a:pt x="1312896" y="2070736"/>
                        <a:pt x="850497" y="2070736"/>
                      </a:cubicBezTo>
                      <a:cubicBezTo>
                        <a:pt x="388098" y="2070736"/>
                        <a:pt x="-85811" y="1599566"/>
                        <a:pt x="13249" y="1035368"/>
                      </a:cubicBezTo>
                      <a:close/>
                    </a:path>
                  </a:pathLst>
                </a:custGeom>
                <a:gradFill>
                  <a:gsLst>
                    <a:gs pos="0">
                      <a:schemeClr val="dk1"/>
                    </a:gs>
                    <a:gs pos="17000">
                      <a:srgbClr val="000000">
                        <a:alpha val="45882"/>
                      </a:srgbClr>
                    </a:gs>
                    <a:gs pos="34000">
                      <a:srgbClr val="000000">
                        <a:alpha val="42745"/>
                      </a:srgbClr>
                    </a:gs>
                    <a:gs pos="51000">
                      <a:srgbClr val="000000">
                        <a:alpha val="20000"/>
                      </a:srgbClr>
                    </a:gs>
                    <a:gs pos="65000">
                      <a:srgbClr val="000000">
                        <a:alpha val="9803"/>
                      </a:srgbClr>
                    </a:gs>
                    <a:gs pos="78000">
                      <a:srgbClr val="000000">
                        <a:alpha val="4705"/>
                      </a:srgbClr>
                    </a:gs>
                    <a:gs pos="100000">
                      <a:srgbClr val="000000">
                        <a:alpha val="0"/>
                      </a:srgbClr>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366EEC81-27AE-AE33-64E2-11F3BA9A0FD3}"/>
                    </a:ext>
                  </a:extLst>
                </p:cNvPr>
                <p:cNvSpPr/>
                <p:nvPr/>
              </p:nvSpPr>
              <p:spPr>
                <a:xfrm>
                  <a:off x="7567583" y="3243359"/>
                  <a:ext cx="1344545" cy="1344543"/>
                </a:xfrm>
                <a:prstGeom prst="ellipse">
                  <a:avLst/>
                </a:prstGeom>
                <a:gradFill>
                  <a:gsLst>
                    <a:gs pos="0">
                      <a:srgbClr val="FFFFFF">
                        <a:alpha val="98823"/>
                      </a:srgbClr>
                    </a:gs>
                    <a:gs pos="43000">
                      <a:srgbClr val="F7F7F7"/>
                    </a:gs>
                    <a:gs pos="100000">
                      <a:srgbClr val="B8C0C0"/>
                    </a:gs>
                  </a:gsLst>
                  <a:lin ang="2700000" scaled="0"/>
                </a:gradFill>
                <a:ln>
                  <a:noFill/>
                </a:ln>
                <a:effectLst>
                  <a:outerShdw blurRad="139700" dist="88900" dir="2700000" algn="tl" rotWithShape="0">
                    <a:srgbClr val="494949">
                      <a:alpha val="29803"/>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8" name="Google Shape;198;p5">
                  <a:extLst>
                    <a:ext uri="{FF2B5EF4-FFF2-40B4-BE49-F238E27FC236}">
                      <a16:creationId xmlns:a16="http://schemas.microsoft.com/office/drawing/2014/main" id="{24BBF488-3AFE-CCF7-14C3-E74B5A3433F0}"/>
                    </a:ext>
                  </a:extLst>
                </p:cNvPr>
                <p:cNvSpPr/>
                <p:nvPr/>
              </p:nvSpPr>
              <p:spPr>
                <a:xfrm>
                  <a:off x="7380501" y="3019185"/>
                  <a:ext cx="1596494" cy="1596494"/>
                </a:xfrm>
                <a:prstGeom prst="ellipse">
                  <a:avLst/>
                </a:prstGeom>
                <a:gradFill>
                  <a:gsLst>
                    <a:gs pos="0">
                      <a:srgbClr val="FFFFFF">
                        <a:alpha val="98823"/>
                      </a:srgbClr>
                    </a:gs>
                    <a:gs pos="11000">
                      <a:srgbClr val="FFFFFF">
                        <a:alpha val="98823"/>
                      </a:srgbClr>
                    </a:gs>
                    <a:gs pos="39000">
                      <a:schemeClr val="lt1"/>
                    </a:gs>
                    <a:gs pos="52999">
                      <a:srgbClr val="F7F7F7"/>
                    </a:gs>
                    <a:gs pos="100000">
                      <a:srgbClr val="B8C0C0"/>
                    </a:gs>
                  </a:gsLst>
                  <a:lin ang="27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199" name="Google Shape;199;p5">
                <a:extLst>
                  <a:ext uri="{FF2B5EF4-FFF2-40B4-BE49-F238E27FC236}">
                    <a16:creationId xmlns:a16="http://schemas.microsoft.com/office/drawing/2014/main" id="{57F30AB8-0A91-9B7C-2172-31F2FB535892}"/>
                  </a:ext>
                </a:extLst>
              </p:cNvPr>
              <p:cNvSpPr/>
              <p:nvPr/>
            </p:nvSpPr>
            <p:spPr>
              <a:xfrm>
                <a:off x="3222820" y="1148080"/>
                <a:ext cx="1284820" cy="1284821"/>
              </a:xfrm>
              <a:prstGeom prst="ellipse">
                <a:avLst/>
              </a:prstGeom>
              <a:solidFill>
                <a:schemeClr val="lt1">
                  <a:alpha val="13725"/>
                </a:schemeClr>
              </a:solidFill>
              <a:ln w="15875" cap="flat" cmpd="sng">
                <a:solidFill>
                  <a:schemeClr val="lt1"/>
                </a:solidFill>
                <a:prstDash val="solid"/>
                <a:miter lim="800000"/>
                <a:headEnd type="none" w="sm" len="sm"/>
                <a:tailEnd type="none" w="sm" len="sm"/>
              </a:ln>
              <a:effectLst>
                <a:outerShdw blurRad="215900" dist="88900" dir="2700000" algn="tl" rotWithShape="0">
                  <a:srgbClr val="000000">
                    <a:alpha val="1098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200" name="Google Shape;200;p5">
              <a:extLst>
                <a:ext uri="{FF2B5EF4-FFF2-40B4-BE49-F238E27FC236}">
                  <a16:creationId xmlns:a16="http://schemas.microsoft.com/office/drawing/2014/main" id="{B23B6BD0-DE90-54C9-1261-66C269F8C162}"/>
                </a:ext>
              </a:extLst>
            </p:cNvPr>
            <p:cNvSpPr txBox="1"/>
            <p:nvPr/>
          </p:nvSpPr>
          <p:spPr>
            <a:xfrm>
              <a:off x="3514455" y="1292811"/>
              <a:ext cx="774240" cy="720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FFB850"/>
                  </a:solidFill>
                  <a:latin typeface="Impact"/>
                  <a:ea typeface="Impact"/>
                  <a:cs typeface="Impact"/>
                  <a:sym typeface="Impact"/>
                </a:rPr>
                <a:t>03</a:t>
              </a:r>
              <a:endParaRPr sz="2800" dirty="0">
                <a:solidFill>
                  <a:srgbClr val="FFB850"/>
                </a:solidFill>
                <a:latin typeface="Impact"/>
                <a:ea typeface="Impact"/>
                <a:cs typeface="Impact"/>
                <a:sym typeface="Impact"/>
              </a:endParaRPr>
            </a:p>
          </p:txBody>
        </p:sp>
      </p:grpSp>
      <p:sp>
        <p:nvSpPr>
          <p:cNvPr id="201" name="Google Shape;201;p5">
            <a:extLst>
              <a:ext uri="{FF2B5EF4-FFF2-40B4-BE49-F238E27FC236}">
                <a16:creationId xmlns:a16="http://schemas.microsoft.com/office/drawing/2014/main" id="{19ED765A-C085-FEE8-622C-71292258D8EE}"/>
              </a:ext>
            </a:extLst>
          </p:cNvPr>
          <p:cNvSpPr txBox="1"/>
          <p:nvPr/>
        </p:nvSpPr>
        <p:spPr>
          <a:xfrm>
            <a:off x="2980807" y="1521544"/>
            <a:ext cx="69058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Times New Roman"/>
                <a:ea typeface="Times New Roman"/>
                <a:cs typeface="Times New Roman"/>
                <a:sym typeface="Times New Roman"/>
              </a:rPr>
              <a:t>Redis</a:t>
            </a:r>
            <a:endParaRPr sz="2800" b="1" dirty="0">
              <a:solidFill>
                <a:schemeClr val="dk1"/>
              </a:solidFill>
              <a:latin typeface="Times New Roman"/>
              <a:ea typeface="Times New Roman"/>
              <a:cs typeface="Times New Roman"/>
              <a:sym typeface="Times New Roman"/>
            </a:endParaRPr>
          </a:p>
        </p:txBody>
      </p:sp>
      <p:sp>
        <p:nvSpPr>
          <p:cNvPr id="202" name="Google Shape;202;p5">
            <a:extLst>
              <a:ext uri="{FF2B5EF4-FFF2-40B4-BE49-F238E27FC236}">
                <a16:creationId xmlns:a16="http://schemas.microsoft.com/office/drawing/2014/main" id="{CABFB5F9-45A6-F528-463B-AD5714B742AA}"/>
              </a:ext>
            </a:extLst>
          </p:cNvPr>
          <p:cNvSpPr/>
          <p:nvPr/>
        </p:nvSpPr>
        <p:spPr>
          <a:xfrm>
            <a:off x="1670730" y="2505849"/>
            <a:ext cx="9367384" cy="3437751"/>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vi-VN" sz="2800" b="0" i="0" dirty="0">
                <a:solidFill>
                  <a:srgbClr val="222222"/>
                </a:solidFill>
                <a:effectLst/>
                <a:latin typeface="Times New Roman" panose="02020603050405020304" pitchFamily="18" charset="0"/>
                <a:cs typeface="Times New Roman" panose="02020603050405020304" pitchFamily="18" charset="0"/>
              </a:rPr>
              <a:t>Redis là một hệ thống lưu trữ dữ liệu trên bộ nhớ (in-memory), hoạt động như một cơ sở dữ liệu NoSQL, cache, và message broker.</a:t>
            </a:r>
            <a:endParaRPr lang="vi-VN" sz="280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328002973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93"/>
                                        </p:tgtEl>
                                        <p:attrNameLst>
                                          <p:attrName>style.visibility</p:attrName>
                                        </p:attrNameLst>
                                      </p:cBhvr>
                                      <p:to>
                                        <p:strVal val="visible"/>
                                      </p:to>
                                    </p:set>
                                    <p:anim calcmode="lin" valueType="num">
                                      <p:cBhvr additive="base">
                                        <p:cTn id="7" dur="500"/>
                                        <p:tgtEl>
                                          <p:spTgt spid="193"/>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90"/>
                                        </p:tgtEl>
                                        <p:attrNameLst>
                                          <p:attrName>style.visibility</p:attrName>
                                        </p:attrNameLst>
                                      </p:cBhvr>
                                      <p:to>
                                        <p:strVal val="visible"/>
                                      </p:to>
                                    </p:set>
                                    <p:anim calcmode="lin" valueType="num">
                                      <p:cBhvr additive="base">
                                        <p:cTn id="10" dur="500"/>
                                        <p:tgtEl>
                                          <p:spTgt spid="19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6">
          <a:extLst>
            <a:ext uri="{FF2B5EF4-FFF2-40B4-BE49-F238E27FC236}">
              <a16:creationId xmlns:a16="http://schemas.microsoft.com/office/drawing/2014/main" id="{A59A5B5F-56AC-0130-0CDB-9D9634221A92}"/>
            </a:ext>
          </a:extLst>
        </p:cNvPr>
        <p:cNvGrpSpPr/>
        <p:nvPr/>
      </p:nvGrpSpPr>
      <p:grpSpPr>
        <a:xfrm>
          <a:off x="0" y="0"/>
          <a:ext cx="0" cy="0"/>
          <a:chOff x="0" y="0"/>
          <a:chExt cx="0" cy="0"/>
        </a:xfrm>
      </p:grpSpPr>
      <p:grpSp>
        <p:nvGrpSpPr>
          <p:cNvPr id="190" name="Google Shape;190;p5">
            <a:extLst>
              <a:ext uri="{FF2B5EF4-FFF2-40B4-BE49-F238E27FC236}">
                <a16:creationId xmlns:a16="http://schemas.microsoft.com/office/drawing/2014/main" id="{0CDFB56B-16B2-9BF7-A036-AB4322070EC3}"/>
              </a:ext>
            </a:extLst>
          </p:cNvPr>
          <p:cNvGrpSpPr/>
          <p:nvPr/>
        </p:nvGrpSpPr>
        <p:grpSpPr>
          <a:xfrm>
            <a:off x="1670730" y="1263299"/>
            <a:ext cx="8616270" cy="1007332"/>
            <a:chOff x="3129129" y="1121776"/>
            <a:chExt cx="5933741" cy="1171624"/>
          </a:xfrm>
        </p:grpSpPr>
        <p:sp>
          <p:nvSpPr>
            <p:cNvPr id="191" name="Google Shape;191;p5">
              <a:extLst>
                <a:ext uri="{FF2B5EF4-FFF2-40B4-BE49-F238E27FC236}">
                  <a16:creationId xmlns:a16="http://schemas.microsoft.com/office/drawing/2014/main" id="{264A509C-AD54-1C47-C6BB-93792AB71F33}"/>
                </a:ext>
              </a:extLst>
            </p:cNvPr>
            <p:cNvSpPr/>
            <p:nvPr/>
          </p:nvSpPr>
          <p:spPr>
            <a:xfrm>
              <a:off x="3129129" y="1121776"/>
              <a:ext cx="5933741" cy="1171624"/>
            </a:xfrm>
            <a:prstGeom prst="roundRect">
              <a:avLst>
                <a:gd name="adj" fmla="val 50000"/>
              </a:avLst>
            </a:prstGeom>
            <a:solidFill>
              <a:srgbClr val="D8D8D8">
                <a:alpha val="49803"/>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sp>
          <p:nvSpPr>
            <p:cNvPr id="192" name="Google Shape;192;p5">
              <a:extLst>
                <a:ext uri="{FF2B5EF4-FFF2-40B4-BE49-F238E27FC236}">
                  <a16:creationId xmlns:a16="http://schemas.microsoft.com/office/drawing/2014/main" id="{8F217973-C26F-D39B-2546-33B3408F7490}"/>
                </a:ext>
              </a:extLst>
            </p:cNvPr>
            <p:cNvSpPr/>
            <p:nvPr/>
          </p:nvSpPr>
          <p:spPr>
            <a:xfrm>
              <a:off x="3289330" y="1253414"/>
              <a:ext cx="5613340" cy="908350"/>
            </a:xfrm>
            <a:prstGeom prst="roundRect">
              <a:avLst>
                <a:gd name="adj" fmla="val 50000"/>
              </a:avLst>
            </a:prstGeom>
            <a:gradFill>
              <a:gsLst>
                <a:gs pos="0">
                  <a:srgbClr val="FFAA2D"/>
                </a:gs>
                <a:gs pos="100000">
                  <a:srgbClr val="FFD393"/>
                </a:gs>
              </a:gsLst>
              <a:lin ang="0" scaled="0"/>
            </a:gradFill>
            <a:ln w="1905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grpSp>
      <p:grpSp>
        <p:nvGrpSpPr>
          <p:cNvPr id="193" name="Google Shape;193;p5">
            <a:extLst>
              <a:ext uri="{FF2B5EF4-FFF2-40B4-BE49-F238E27FC236}">
                <a16:creationId xmlns:a16="http://schemas.microsoft.com/office/drawing/2014/main" id="{618159CA-8F07-3E31-656F-961BDB488EE5}"/>
              </a:ext>
            </a:extLst>
          </p:cNvPr>
          <p:cNvGrpSpPr/>
          <p:nvPr/>
        </p:nvGrpSpPr>
        <p:grpSpPr>
          <a:xfrm>
            <a:off x="1782659" y="1240148"/>
            <a:ext cx="1674310" cy="1522886"/>
            <a:chOff x="3020983" y="881796"/>
            <a:chExt cx="2097410" cy="2097410"/>
          </a:xfrm>
        </p:grpSpPr>
        <p:grpSp>
          <p:nvGrpSpPr>
            <p:cNvPr id="194" name="Google Shape;194;p5">
              <a:extLst>
                <a:ext uri="{FF2B5EF4-FFF2-40B4-BE49-F238E27FC236}">
                  <a16:creationId xmlns:a16="http://schemas.microsoft.com/office/drawing/2014/main" id="{945A5E4E-9A56-59F0-71E6-B66D86B6CDAD}"/>
                </a:ext>
              </a:extLst>
            </p:cNvPr>
            <p:cNvGrpSpPr/>
            <p:nvPr/>
          </p:nvGrpSpPr>
          <p:grpSpPr>
            <a:xfrm>
              <a:off x="3020983" y="881796"/>
              <a:ext cx="2097410" cy="2097410"/>
              <a:chOff x="3099689" y="1098878"/>
              <a:chExt cx="1995612" cy="1995615"/>
            </a:xfrm>
          </p:grpSpPr>
          <p:grpSp>
            <p:nvGrpSpPr>
              <p:cNvPr id="195" name="Google Shape;195;p5">
                <a:extLst>
                  <a:ext uri="{FF2B5EF4-FFF2-40B4-BE49-F238E27FC236}">
                    <a16:creationId xmlns:a16="http://schemas.microsoft.com/office/drawing/2014/main" id="{0B5EFDF3-31B4-40C0-4DBB-C06779D345F4}"/>
                  </a:ext>
                </a:extLst>
              </p:cNvPr>
              <p:cNvGrpSpPr/>
              <p:nvPr/>
            </p:nvGrpSpPr>
            <p:grpSpPr>
              <a:xfrm>
                <a:off x="3099689" y="1098878"/>
                <a:ext cx="1995612" cy="1995615"/>
                <a:chOff x="6804316" y="2574806"/>
                <a:chExt cx="3585705" cy="3585705"/>
              </a:xfrm>
            </p:grpSpPr>
            <p:sp>
              <p:nvSpPr>
                <p:cNvPr id="196" name="Google Shape;196;p5">
                  <a:extLst>
                    <a:ext uri="{FF2B5EF4-FFF2-40B4-BE49-F238E27FC236}">
                      <a16:creationId xmlns:a16="http://schemas.microsoft.com/office/drawing/2014/main" id="{B5677C63-2B8F-8602-62C2-2DD72E0F17C3}"/>
                    </a:ext>
                  </a:extLst>
                </p:cNvPr>
                <p:cNvSpPr/>
                <p:nvPr/>
              </p:nvSpPr>
              <p:spPr>
                <a:xfrm rot="-2700000">
                  <a:off x="7501948" y="2927402"/>
                  <a:ext cx="2190440" cy="2880512"/>
                </a:xfrm>
                <a:custGeom>
                  <a:avLst/>
                  <a:gdLst/>
                  <a:ahLst/>
                  <a:cxnLst/>
                  <a:rect l="l" t="t" r="r" b="b"/>
                  <a:pathLst>
                    <a:path w="1696474" h="2070736" extrusionOk="0">
                      <a:moveTo>
                        <a:pt x="13249" y="1035368"/>
                      </a:moveTo>
                      <a:cubicBezTo>
                        <a:pt x="112309" y="471170"/>
                        <a:pt x="388098" y="0"/>
                        <a:pt x="850497" y="0"/>
                      </a:cubicBezTo>
                      <a:cubicBezTo>
                        <a:pt x="1312896" y="0"/>
                        <a:pt x="1611545" y="478790"/>
                        <a:pt x="1687745" y="1035368"/>
                      </a:cubicBezTo>
                      <a:cubicBezTo>
                        <a:pt x="1765308" y="1601901"/>
                        <a:pt x="1312896" y="2070736"/>
                        <a:pt x="850497" y="2070736"/>
                      </a:cubicBezTo>
                      <a:cubicBezTo>
                        <a:pt x="388098" y="2070736"/>
                        <a:pt x="-85811" y="1599566"/>
                        <a:pt x="13249" y="1035368"/>
                      </a:cubicBezTo>
                      <a:close/>
                    </a:path>
                  </a:pathLst>
                </a:custGeom>
                <a:gradFill>
                  <a:gsLst>
                    <a:gs pos="0">
                      <a:schemeClr val="dk1"/>
                    </a:gs>
                    <a:gs pos="17000">
                      <a:srgbClr val="000000">
                        <a:alpha val="45882"/>
                      </a:srgbClr>
                    </a:gs>
                    <a:gs pos="34000">
                      <a:srgbClr val="000000">
                        <a:alpha val="42745"/>
                      </a:srgbClr>
                    </a:gs>
                    <a:gs pos="51000">
                      <a:srgbClr val="000000">
                        <a:alpha val="20000"/>
                      </a:srgbClr>
                    </a:gs>
                    <a:gs pos="65000">
                      <a:srgbClr val="000000">
                        <a:alpha val="9803"/>
                      </a:srgbClr>
                    </a:gs>
                    <a:gs pos="78000">
                      <a:srgbClr val="000000">
                        <a:alpha val="4705"/>
                      </a:srgbClr>
                    </a:gs>
                    <a:gs pos="100000">
                      <a:srgbClr val="000000">
                        <a:alpha val="0"/>
                      </a:srgbClr>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4E6C4FE4-2FD3-358F-C5B8-14704BBEEEF9}"/>
                    </a:ext>
                  </a:extLst>
                </p:cNvPr>
                <p:cNvSpPr/>
                <p:nvPr/>
              </p:nvSpPr>
              <p:spPr>
                <a:xfrm>
                  <a:off x="7567583" y="3243359"/>
                  <a:ext cx="1344545" cy="1344543"/>
                </a:xfrm>
                <a:prstGeom prst="ellipse">
                  <a:avLst/>
                </a:prstGeom>
                <a:gradFill>
                  <a:gsLst>
                    <a:gs pos="0">
                      <a:srgbClr val="FFFFFF">
                        <a:alpha val="98823"/>
                      </a:srgbClr>
                    </a:gs>
                    <a:gs pos="43000">
                      <a:srgbClr val="F7F7F7"/>
                    </a:gs>
                    <a:gs pos="100000">
                      <a:srgbClr val="B8C0C0"/>
                    </a:gs>
                  </a:gsLst>
                  <a:lin ang="2700000" scaled="0"/>
                </a:gradFill>
                <a:ln>
                  <a:noFill/>
                </a:ln>
                <a:effectLst>
                  <a:outerShdw blurRad="139700" dist="88900" dir="2700000" algn="tl" rotWithShape="0">
                    <a:srgbClr val="494949">
                      <a:alpha val="29803"/>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8" name="Google Shape;198;p5">
                  <a:extLst>
                    <a:ext uri="{FF2B5EF4-FFF2-40B4-BE49-F238E27FC236}">
                      <a16:creationId xmlns:a16="http://schemas.microsoft.com/office/drawing/2014/main" id="{4185A41B-33D8-4945-62F5-9A8C4B9BF2E6}"/>
                    </a:ext>
                  </a:extLst>
                </p:cNvPr>
                <p:cNvSpPr/>
                <p:nvPr/>
              </p:nvSpPr>
              <p:spPr>
                <a:xfrm>
                  <a:off x="7380501" y="3019185"/>
                  <a:ext cx="1596494" cy="1596494"/>
                </a:xfrm>
                <a:prstGeom prst="ellipse">
                  <a:avLst/>
                </a:prstGeom>
                <a:gradFill>
                  <a:gsLst>
                    <a:gs pos="0">
                      <a:srgbClr val="FFFFFF">
                        <a:alpha val="98823"/>
                      </a:srgbClr>
                    </a:gs>
                    <a:gs pos="11000">
                      <a:srgbClr val="FFFFFF">
                        <a:alpha val="98823"/>
                      </a:srgbClr>
                    </a:gs>
                    <a:gs pos="39000">
                      <a:schemeClr val="lt1"/>
                    </a:gs>
                    <a:gs pos="52999">
                      <a:srgbClr val="F7F7F7"/>
                    </a:gs>
                    <a:gs pos="100000">
                      <a:srgbClr val="B8C0C0"/>
                    </a:gs>
                  </a:gsLst>
                  <a:lin ang="27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199" name="Google Shape;199;p5">
                <a:extLst>
                  <a:ext uri="{FF2B5EF4-FFF2-40B4-BE49-F238E27FC236}">
                    <a16:creationId xmlns:a16="http://schemas.microsoft.com/office/drawing/2014/main" id="{527924A3-96AA-20DE-4296-849CCEF14999}"/>
                  </a:ext>
                </a:extLst>
              </p:cNvPr>
              <p:cNvSpPr/>
              <p:nvPr/>
            </p:nvSpPr>
            <p:spPr>
              <a:xfrm>
                <a:off x="3222820" y="1148080"/>
                <a:ext cx="1284820" cy="1284821"/>
              </a:xfrm>
              <a:prstGeom prst="ellipse">
                <a:avLst/>
              </a:prstGeom>
              <a:solidFill>
                <a:schemeClr val="lt1">
                  <a:alpha val="13725"/>
                </a:schemeClr>
              </a:solidFill>
              <a:ln w="15875" cap="flat" cmpd="sng">
                <a:solidFill>
                  <a:schemeClr val="lt1"/>
                </a:solidFill>
                <a:prstDash val="solid"/>
                <a:miter lim="800000"/>
                <a:headEnd type="none" w="sm" len="sm"/>
                <a:tailEnd type="none" w="sm" len="sm"/>
              </a:ln>
              <a:effectLst>
                <a:outerShdw blurRad="215900" dist="88900" dir="2700000" algn="tl" rotWithShape="0">
                  <a:srgbClr val="000000">
                    <a:alpha val="1098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200" name="Google Shape;200;p5">
              <a:extLst>
                <a:ext uri="{FF2B5EF4-FFF2-40B4-BE49-F238E27FC236}">
                  <a16:creationId xmlns:a16="http://schemas.microsoft.com/office/drawing/2014/main" id="{7A235DF0-03F8-8E4D-A7CA-D9D07D425A36}"/>
                </a:ext>
              </a:extLst>
            </p:cNvPr>
            <p:cNvSpPr txBox="1"/>
            <p:nvPr/>
          </p:nvSpPr>
          <p:spPr>
            <a:xfrm>
              <a:off x="3514455" y="1292811"/>
              <a:ext cx="774240" cy="720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FFB850"/>
                  </a:solidFill>
                  <a:latin typeface="Impact"/>
                  <a:ea typeface="Impact"/>
                  <a:cs typeface="Impact"/>
                  <a:sym typeface="Impact"/>
                </a:rPr>
                <a:t>04</a:t>
              </a:r>
              <a:endParaRPr sz="2800" dirty="0">
                <a:solidFill>
                  <a:srgbClr val="FFB850"/>
                </a:solidFill>
                <a:latin typeface="Impact"/>
                <a:ea typeface="Impact"/>
                <a:cs typeface="Impact"/>
                <a:sym typeface="Impact"/>
              </a:endParaRPr>
            </a:p>
          </p:txBody>
        </p:sp>
      </p:grpSp>
      <p:sp>
        <p:nvSpPr>
          <p:cNvPr id="201" name="Google Shape;201;p5">
            <a:extLst>
              <a:ext uri="{FF2B5EF4-FFF2-40B4-BE49-F238E27FC236}">
                <a16:creationId xmlns:a16="http://schemas.microsoft.com/office/drawing/2014/main" id="{E34181FE-9640-9F72-6E2A-9E41C7E6BB97}"/>
              </a:ext>
            </a:extLst>
          </p:cNvPr>
          <p:cNvSpPr txBox="1"/>
          <p:nvPr/>
        </p:nvSpPr>
        <p:spPr>
          <a:xfrm>
            <a:off x="2980807" y="1521544"/>
            <a:ext cx="69058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Times New Roman"/>
                <a:ea typeface="Times New Roman"/>
                <a:cs typeface="Times New Roman"/>
                <a:sym typeface="Times New Roman"/>
              </a:rPr>
              <a:t>Kafka</a:t>
            </a:r>
            <a:endParaRPr sz="2800" b="1" dirty="0">
              <a:solidFill>
                <a:schemeClr val="dk1"/>
              </a:solidFill>
              <a:latin typeface="Times New Roman"/>
              <a:ea typeface="Times New Roman"/>
              <a:cs typeface="Times New Roman"/>
              <a:sym typeface="Times New Roman"/>
            </a:endParaRPr>
          </a:p>
        </p:txBody>
      </p:sp>
      <p:sp>
        <p:nvSpPr>
          <p:cNvPr id="202" name="Google Shape;202;p5">
            <a:extLst>
              <a:ext uri="{FF2B5EF4-FFF2-40B4-BE49-F238E27FC236}">
                <a16:creationId xmlns:a16="http://schemas.microsoft.com/office/drawing/2014/main" id="{A648AF1D-EC2E-E560-410E-BEDB6C8A45A7}"/>
              </a:ext>
            </a:extLst>
          </p:cNvPr>
          <p:cNvSpPr/>
          <p:nvPr/>
        </p:nvSpPr>
        <p:spPr>
          <a:xfrm>
            <a:off x="1670730" y="2505849"/>
            <a:ext cx="9367384" cy="3437751"/>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vi-VN" sz="2800" b="0" i="0" dirty="0">
                <a:solidFill>
                  <a:srgbClr val="222222"/>
                </a:solidFill>
                <a:effectLst/>
                <a:latin typeface="Times New Roman" panose="02020603050405020304" pitchFamily="18" charset="0"/>
                <a:cs typeface="Times New Roman" panose="02020603050405020304" pitchFamily="18" charset="0"/>
              </a:rPr>
              <a:t>Apache Kafka là một nền tảng xử lý dữ liệu phân tán phổ biến, thường được sử dụng như một message broker để truyền tải dữ liệu theo thời gian thực giữa các hệ thống. Trong Spring Framework, Spring Kafka là module chính hỗ trợ tích hợp Kafka một cách dễ dàng, cho phép phát triển các ứng dụng sản xuất (producer) và tiêu thụ (consumer) dữ liệu hiệu quả.</a:t>
            </a:r>
            <a:endParaRPr lang="vi-VN" sz="280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54704426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93"/>
                                        </p:tgtEl>
                                        <p:attrNameLst>
                                          <p:attrName>style.visibility</p:attrName>
                                        </p:attrNameLst>
                                      </p:cBhvr>
                                      <p:to>
                                        <p:strVal val="visible"/>
                                      </p:to>
                                    </p:set>
                                    <p:anim calcmode="lin" valueType="num">
                                      <p:cBhvr additive="base">
                                        <p:cTn id="7" dur="500"/>
                                        <p:tgtEl>
                                          <p:spTgt spid="193"/>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90"/>
                                        </p:tgtEl>
                                        <p:attrNameLst>
                                          <p:attrName>style.visibility</p:attrName>
                                        </p:attrNameLst>
                                      </p:cBhvr>
                                      <p:to>
                                        <p:strVal val="visible"/>
                                      </p:to>
                                    </p:set>
                                    <p:anim calcmode="lin" valueType="num">
                                      <p:cBhvr additive="base">
                                        <p:cTn id="10" dur="500"/>
                                        <p:tgtEl>
                                          <p:spTgt spid="19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
          <a:extLst>
            <a:ext uri="{FF2B5EF4-FFF2-40B4-BE49-F238E27FC236}">
              <a16:creationId xmlns:a16="http://schemas.microsoft.com/office/drawing/2014/main" id="{927331E7-8D8A-C52F-C962-23EC191D4AAC}"/>
            </a:ext>
          </a:extLst>
        </p:cNvPr>
        <p:cNvGrpSpPr/>
        <p:nvPr/>
      </p:nvGrpSpPr>
      <p:grpSpPr>
        <a:xfrm>
          <a:off x="0" y="0"/>
          <a:ext cx="0" cy="0"/>
          <a:chOff x="0" y="0"/>
          <a:chExt cx="0" cy="0"/>
        </a:xfrm>
      </p:grpSpPr>
      <p:grpSp>
        <p:nvGrpSpPr>
          <p:cNvPr id="190" name="Google Shape;190;p5">
            <a:extLst>
              <a:ext uri="{FF2B5EF4-FFF2-40B4-BE49-F238E27FC236}">
                <a16:creationId xmlns:a16="http://schemas.microsoft.com/office/drawing/2014/main" id="{50F0D4F0-A635-9A7F-DB78-CA1A0ADBF5D9}"/>
              </a:ext>
            </a:extLst>
          </p:cNvPr>
          <p:cNvGrpSpPr/>
          <p:nvPr/>
        </p:nvGrpSpPr>
        <p:grpSpPr>
          <a:xfrm>
            <a:off x="1670730" y="1263299"/>
            <a:ext cx="8616270" cy="1007332"/>
            <a:chOff x="3129129" y="1121776"/>
            <a:chExt cx="5933741" cy="1171624"/>
          </a:xfrm>
        </p:grpSpPr>
        <p:sp>
          <p:nvSpPr>
            <p:cNvPr id="191" name="Google Shape;191;p5">
              <a:extLst>
                <a:ext uri="{FF2B5EF4-FFF2-40B4-BE49-F238E27FC236}">
                  <a16:creationId xmlns:a16="http://schemas.microsoft.com/office/drawing/2014/main" id="{B6E40696-7BC2-EB63-8F75-A7FC5733BA74}"/>
                </a:ext>
              </a:extLst>
            </p:cNvPr>
            <p:cNvSpPr/>
            <p:nvPr/>
          </p:nvSpPr>
          <p:spPr>
            <a:xfrm>
              <a:off x="3129129" y="1121776"/>
              <a:ext cx="5933741" cy="1171624"/>
            </a:xfrm>
            <a:prstGeom prst="roundRect">
              <a:avLst>
                <a:gd name="adj" fmla="val 50000"/>
              </a:avLst>
            </a:prstGeom>
            <a:solidFill>
              <a:srgbClr val="D8D8D8">
                <a:alpha val="49803"/>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sp>
          <p:nvSpPr>
            <p:cNvPr id="192" name="Google Shape;192;p5">
              <a:extLst>
                <a:ext uri="{FF2B5EF4-FFF2-40B4-BE49-F238E27FC236}">
                  <a16:creationId xmlns:a16="http://schemas.microsoft.com/office/drawing/2014/main" id="{F7738817-F571-5688-7D52-7BD7B5B169C8}"/>
                </a:ext>
              </a:extLst>
            </p:cNvPr>
            <p:cNvSpPr/>
            <p:nvPr/>
          </p:nvSpPr>
          <p:spPr>
            <a:xfrm>
              <a:off x="3289330" y="1253414"/>
              <a:ext cx="5613340" cy="908350"/>
            </a:xfrm>
            <a:prstGeom prst="roundRect">
              <a:avLst>
                <a:gd name="adj" fmla="val 50000"/>
              </a:avLst>
            </a:prstGeom>
            <a:gradFill>
              <a:gsLst>
                <a:gs pos="0">
                  <a:srgbClr val="FFAA2D"/>
                </a:gs>
                <a:gs pos="100000">
                  <a:srgbClr val="FFD393"/>
                </a:gs>
              </a:gsLst>
              <a:lin ang="0" scaled="0"/>
            </a:gradFill>
            <a:ln w="1905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rgbClr val="FFAA2D"/>
                </a:solidFill>
                <a:latin typeface="Arial"/>
                <a:ea typeface="Arial"/>
                <a:cs typeface="Arial"/>
                <a:sym typeface="Arial"/>
              </a:endParaRPr>
            </a:p>
          </p:txBody>
        </p:sp>
      </p:grpSp>
      <p:grpSp>
        <p:nvGrpSpPr>
          <p:cNvPr id="193" name="Google Shape;193;p5">
            <a:extLst>
              <a:ext uri="{FF2B5EF4-FFF2-40B4-BE49-F238E27FC236}">
                <a16:creationId xmlns:a16="http://schemas.microsoft.com/office/drawing/2014/main" id="{F65F02E0-7E71-DFFB-FC33-B4FBDC91A6AD}"/>
              </a:ext>
            </a:extLst>
          </p:cNvPr>
          <p:cNvGrpSpPr/>
          <p:nvPr/>
        </p:nvGrpSpPr>
        <p:grpSpPr>
          <a:xfrm>
            <a:off x="1782659" y="1240148"/>
            <a:ext cx="1674310" cy="1522886"/>
            <a:chOff x="3020983" y="881796"/>
            <a:chExt cx="2097410" cy="2097410"/>
          </a:xfrm>
        </p:grpSpPr>
        <p:grpSp>
          <p:nvGrpSpPr>
            <p:cNvPr id="194" name="Google Shape;194;p5">
              <a:extLst>
                <a:ext uri="{FF2B5EF4-FFF2-40B4-BE49-F238E27FC236}">
                  <a16:creationId xmlns:a16="http://schemas.microsoft.com/office/drawing/2014/main" id="{EEA82440-BBE8-AE4A-F810-5C0FDC5C9E9B}"/>
                </a:ext>
              </a:extLst>
            </p:cNvPr>
            <p:cNvGrpSpPr/>
            <p:nvPr/>
          </p:nvGrpSpPr>
          <p:grpSpPr>
            <a:xfrm>
              <a:off x="3020983" y="881796"/>
              <a:ext cx="2097410" cy="2097410"/>
              <a:chOff x="3099689" y="1098878"/>
              <a:chExt cx="1995612" cy="1995615"/>
            </a:xfrm>
          </p:grpSpPr>
          <p:grpSp>
            <p:nvGrpSpPr>
              <p:cNvPr id="195" name="Google Shape;195;p5">
                <a:extLst>
                  <a:ext uri="{FF2B5EF4-FFF2-40B4-BE49-F238E27FC236}">
                    <a16:creationId xmlns:a16="http://schemas.microsoft.com/office/drawing/2014/main" id="{933A9C65-431F-D953-03EF-6A203E1FB64A}"/>
                  </a:ext>
                </a:extLst>
              </p:cNvPr>
              <p:cNvGrpSpPr/>
              <p:nvPr/>
            </p:nvGrpSpPr>
            <p:grpSpPr>
              <a:xfrm>
                <a:off x="3099689" y="1098878"/>
                <a:ext cx="1995612" cy="1995615"/>
                <a:chOff x="6804316" y="2574806"/>
                <a:chExt cx="3585705" cy="3585705"/>
              </a:xfrm>
            </p:grpSpPr>
            <p:sp>
              <p:nvSpPr>
                <p:cNvPr id="196" name="Google Shape;196;p5">
                  <a:extLst>
                    <a:ext uri="{FF2B5EF4-FFF2-40B4-BE49-F238E27FC236}">
                      <a16:creationId xmlns:a16="http://schemas.microsoft.com/office/drawing/2014/main" id="{FCBED3A6-27EC-155A-293C-D63709E4BDDE}"/>
                    </a:ext>
                  </a:extLst>
                </p:cNvPr>
                <p:cNvSpPr/>
                <p:nvPr/>
              </p:nvSpPr>
              <p:spPr>
                <a:xfrm rot="-2700000">
                  <a:off x="7501948" y="2927402"/>
                  <a:ext cx="2190440" cy="2880512"/>
                </a:xfrm>
                <a:custGeom>
                  <a:avLst/>
                  <a:gdLst/>
                  <a:ahLst/>
                  <a:cxnLst/>
                  <a:rect l="l" t="t" r="r" b="b"/>
                  <a:pathLst>
                    <a:path w="1696474" h="2070736" extrusionOk="0">
                      <a:moveTo>
                        <a:pt x="13249" y="1035368"/>
                      </a:moveTo>
                      <a:cubicBezTo>
                        <a:pt x="112309" y="471170"/>
                        <a:pt x="388098" y="0"/>
                        <a:pt x="850497" y="0"/>
                      </a:cubicBezTo>
                      <a:cubicBezTo>
                        <a:pt x="1312896" y="0"/>
                        <a:pt x="1611545" y="478790"/>
                        <a:pt x="1687745" y="1035368"/>
                      </a:cubicBezTo>
                      <a:cubicBezTo>
                        <a:pt x="1765308" y="1601901"/>
                        <a:pt x="1312896" y="2070736"/>
                        <a:pt x="850497" y="2070736"/>
                      </a:cubicBezTo>
                      <a:cubicBezTo>
                        <a:pt x="388098" y="2070736"/>
                        <a:pt x="-85811" y="1599566"/>
                        <a:pt x="13249" y="1035368"/>
                      </a:cubicBezTo>
                      <a:close/>
                    </a:path>
                  </a:pathLst>
                </a:custGeom>
                <a:gradFill>
                  <a:gsLst>
                    <a:gs pos="0">
                      <a:schemeClr val="dk1"/>
                    </a:gs>
                    <a:gs pos="17000">
                      <a:srgbClr val="000000">
                        <a:alpha val="45882"/>
                      </a:srgbClr>
                    </a:gs>
                    <a:gs pos="34000">
                      <a:srgbClr val="000000">
                        <a:alpha val="42745"/>
                      </a:srgbClr>
                    </a:gs>
                    <a:gs pos="51000">
                      <a:srgbClr val="000000">
                        <a:alpha val="20000"/>
                      </a:srgbClr>
                    </a:gs>
                    <a:gs pos="65000">
                      <a:srgbClr val="000000">
                        <a:alpha val="9803"/>
                      </a:srgbClr>
                    </a:gs>
                    <a:gs pos="78000">
                      <a:srgbClr val="000000">
                        <a:alpha val="4705"/>
                      </a:srgbClr>
                    </a:gs>
                    <a:gs pos="100000">
                      <a:srgbClr val="000000">
                        <a:alpha val="0"/>
                      </a:srgbClr>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AE32FA36-4FAE-8470-EE04-B398A566EAA6}"/>
                    </a:ext>
                  </a:extLst>
                </p:cNvPr>
                <p:cNvSpPr/>
                <p:nvPr/>
              </p:nvSpPr>
              <p:spPr>
                <a:xfrm>
                  <a:off x="7567583" y="3243359"/>
                  <a:ext cx="1344545" cy="1344543"/>
                </a:xfrm>
                <a:prstGeom prst="ellipse">
                  <a:avLst/>
                </a:prstGeom>
                <a:gradFill>
                  <a:gsLst>
                    <a:gs pos="0">
                      <a:srgbClr val="FFFFFF">
                        <a:alpha val="98823"/>
                      </a:srgbClr>
                    </a:gs>
                    <a:gs pos="43000">
                      <a:srgbClr val="F7F7F7"/>
                    </a:gs>
                    <a:gs pos="100000">
                      <a:srgbClr val="B8C0C0"/>
                    </a:gs>
                  </a:gsLst>
                  <a:lin ang="2700000" scaled="0"/>
                </a:gradFill>
                <a:ln>
                  <a:noFill/>
                </a:ln>
                <a:effectLst>
                  <a:outerShdw blurRad="139700" dist="88900" dir="2700000" algn="tl" rotWithShape="0">
                    <a:srgbClr val="494949">
                      <a:alpha val="29803"/>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sp>
              <p:nvSpPr>
                <p:cNvPr id="198" name="Google Shape;198;p5">
                  <a:extLst>
                    <a:ext uri="{FF2B5EF4-FFF2-40B4-BE49-F238E27FC236}">
                      <a16:creationId xmlns:a16="http://schemas.microsoft.com/office/drawing/2014/main" id="{3D20D41F-C400-75C9-3020-C92A5A3253B9}"/>
                    </a:ext>
                  </a:extLst>
                </p:cNvPr>
                <p:cNvSpPr/>
                <p:nvPr/>
              </p:nvSpPr>
              <p:spPr>
                <a:xfrm>
                  <a:off x="7380501" y="3019185"/>
                  <a:ext cx="1596494" cy="1596494"/>
                </a:xfrm>
                <a:prstGeom prst="ellipse">
                  <a:avLst/>
                </a:prstGeom>
                <a:gradFill>
                  <a:gsLst>
                    <a:gs pos="0">
                      <a:srgbClr val="FFFFFF">
                        <a:alpha val="98823"/>
                      </a:srgbClr>
                    </a:gs>
                    <a:gs pos="11000">
                      <a:srgbClr val="FFFFFF">
                        <a:alpha val="98823"/>
                      </a:srgbClr>
                    </a:gs>
                    <a:gs pos="39000">
                      <a:schemeClr val="lt1"/>
                    </a:gs>
                    <a:gs pos="52999">
                      <a:srgbClr val="F7F7F7"/>
                    </a:gs>
                    <a:gs pos="100000">
                      <a:srgbClr val="B8C0C0"/>
                    </a:gs>
                  </a:gsLst>
                  <a:lin ang="27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199" name="Google Shape;199;p5">
                <a:extLst>
                  <a:ext uri="{FF2B5EF4-FFF2-40B4-BE49-F238E27FC236}">
                    <a16:creationId xmlns:a16="http://schemas.microsoft.com/office/drawing/2014/main" id="{5E092399-F1CB-FF57-37EA-F0BA4941B5D7}"/>
                  </a:ext>
                </a:extLst>
              </p:cNvPr>
              <p:cNvSpPr/>
              <p:nvPr/>
            </p:nvSpPr>
            <p:spPr>
              <a:xfrm>
                <a:off x="3222820" y="1148080"/>
                <a:ext cx="1284820" cy="1284821"/>
              </a:xfrm>
              <a:prstGeom prst="ellipse">
                <a:avLst/>
              </a:prstGeom>
              <a:solidFill>
                <a:schemeClr val="lt1">
                  <a:alpha val="13725"/>
                </a:schemeClr>
              </a:solidFill>
              <a:ln w="15875" cap="flat" cmpd="sng">
                <a:solidFill>
                  <a:schemeClr val="lt1"/>
                </a:solidFill>
                <a:prstDash val="solid"/>
                <a:miter lim="800000"/>
                <a:headEnd type="none" w="sm" len="sm"/>
                <a:tailEnd type="none" w="sm" len="sm"/>
              </a:ln>
              <a:effectLst>
                <a:outerShdw blurRad="215900" dist="88900" dir="2700000" algn="tl" rotWithShape="0">
                  <a:srgbClr val="000000">
                    <a:alpha val="1098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2800">
                  <a:solidFill>
                    <a:schemeClr val="lt1"/>
                  </a:solidFill>
                  <a:latin typeface="Arial"/>
                  <a:ea typeface="Arial"/>
                  <a:cs typeface="Arial"/>
                  <a:sym typeface="Arial"/>
                </a:endParaRPr>
              </a:p>
            </p:txBody>
          </p:sp>
        </p:grpSp>
        <p:sp>
          <p:nvSpPr>
            <p:cNvPr id="200" name="Google Shape;200;p5">
              <a:extLst>
                <a:ext uri="{FF2B5EF4-FFF2-40B4-BE49-F238E27FC236}">
                  <a16:creationId xmlns:a16="http://schemas.microsoft.com/office/drawing/2014/main" id="{B88CFB57-BB04-D926-694B-F49C661689EE}"/>
                </a:ext>
              </a:extLst>
            </p:cNvPr>
            <p:cNvSpPr txBox="1"/>
            <p:nvPr/>
          </p:nvSpPr>
          <p:spPr>
            <a:xfrm>
              <a:off x="3514455" y="1292811"/>
              <a:ext cx="774240" cy="720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FFB850"/>
                  </a:solidFill>
                  <a:latin typeface="Impact"/>
                  <a:ea typeface="Impact"/>
                  <a:cs typeface="Impact"/>
                  <a:sym typeface="Impact"/>
                </a:rPr>
                <a:t>04</a:t>
              </a:r>
              <a:endParaRPr sz="2800" dirty="0">
                <a:solidFill>
                  <a:srgbClr val="FFB850"/>
                </a:solidFill>
                <a:latin typeface="Impact"/>
                <a:ea typeface="Impact"/>
                <a:cs typeface="Impact"/>
                <a:sym typeface="Impact"/>
              </a:endParaRPr>
            </a:p>
          </p:txBody>
        </p:sp>
      </p:grpSp>
      <p:sp>
        <p:nvSpPr>
          <p:cNvPr id="202" name="Google Shape;202;p5">
            <a:extLst>
              <a:ext uri="{FF2B5EF4-FFF2-40B4-BE49-F238E27FC236}">
                <a16:creationId xmlns:a16="http://schemas.microsoft.com/office/drawing/2014/main" id="{6B860C06-8604-E8B6-298A-0BA5BEE21BAC}"/>
              </a:ext>
            </a:extLst>
          </p:cNvPr>
          <p:cNvSpPr/>
          <p:nvPr/>
        </p:nvSpPr>
        <p:spPr>
          <a:xfrm>
            <a:off x="1670730" y="2505849"/>
            <a:ext cx="9367384" cy="3437751"/>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0" i="0" dirty="0">
                <a:solidFill>
                  <a:srgbClr val="222222"/>
                </a:solidFill>
                <a:effectLst/>
                <a:latin typeface="Times New Roman" panose="02020603050405020304" pitchFamily="18" charset="0"/>
                <a:cs typeface="Times New Roman" panose="02020603050405020304" pitchFamily="18" charset="0"/>
              </a:rPr>
              <a:t>Request vào -&gt; Id không </a:t>
            </a:r>
            <a:r>
              <a:rPr lang="en-US" sz="2800" b="0" i="0" dirty="0" err="1">
                <a:solidFill>
                  <a:srgbClr val="222222"/>
                </a:solidFill>
                <a:effectLst/>
                <a:latin typeface="Times New Roman" panose="02020603050405020304" pitchFamily="18" charset="0"/>
                <a:cs typeface="Times New Roman" panose="02020603050405020304" pitchFamily="18" charset="0"/>
              </a:rPr>
              <a:t>trùng</a:t>
            </a:r>
            <a:r>
              <a:rPr lang="en-US" sz="2800" b="0" i="0" dirty="0">
                <a:solidFill>
                  <a:srgbClr val="222222"/>
                </a:solidFill>
                <a:effectLst/>
                <a:latin typeface="Times New Roman" panose="02020603050405020304" pitchFamily="18" charset="0"/>
                <a:cs typeface="Times New Roman" panose="02020603050405020304" pitchFamily="18" charset="0"/>
              </a:rPr>
              <a:t> : </a:t>
            </a:r>
            <a:r>
              <a:rPr lang="en-US" sz="2800" b="0" i="0" dirty="0" err="1">
                <a:solidFill>
                  <a:srgbClr val="222222"/>
                </a:solidFill>
                <a:effectLst/>
                <a:latin typeface="Times New Roman" panose="02020603050405020304" pitchFamily="18" charset="0"/>
                <a:cs typeface="Times New Roman" panose="02020603050405020304" pitchFamily="18" charset="0"/>
              </a:rPr>
              <a:t>xxxxx</a:t>
            </a:r>
            <a:endParaRPr lang="en-US" sz="2800" dirty="0">
              <a:solidFill>
                <a:srgbClr val="222222"/>
              </a:solidFill>
              <a:latin typeface="Times New Roman" panose="02020603050405020304" pitchFamily="18" charset="0"/>
              <a:cs typeface="Times New Roman" panose="02020603050405020304" pitchFamily="18" charset="0"/>
            </a:endParaRPr>
          </a:p>
          <a:p>
            <a:pPr marL="0" marR="0" lvl="0" indent="0" algn="l" rtl="0">
              <a:spcBef>
                <a:spcPts val="0"/>
              </a:spcBef>
              <a:spcAft>
                <a:spcPts val="0"/>
              </a:spcAft>
              <a:buNone/>
            </a:pP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Put </a:t>
            </a:r>
            <a:r>
              <a:rPr lang="en-US" sz="2800" dirty="0" err="1">
                <a:solidFill>
                  <a:srgbClr val="222222"/>
                </a:solidFill>
                <a:latin typeface="Times New Roman" panose="02020603050405020304" pitchFamily="18" charset="0"/>
                <a:ea typeface="Times New Roman"/>
                <a:cs typeface="Times New Roman" panose="02020603050405020304" pitchFamily="18" charset="0"/>
                <a:sym typeface="Times New Roman"/>
              </a:rPr>
              <a:t>redis</a:t>
            </a: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 key: </a:t>
            </a:r>
            <a:r>
              <a:rPr lang="en-US" sz="2800" dirty="0" err="1">
                <a:solidFill>
                  <a:srgbClr val="222222"/>
                </a:solidFill>
                <a:latin typeface="Times New Roman" panose="02020603050405020304" pitchFamily="18" charset="0"/>
                <a:ea typeface="Times New Roman"/>
                <a:cs typeface="Times New Roman" panose="02020603050405020304" pitchFamily="18" charset="0"/>
                <a:sym typeface="Times New Roman"/>
              </a:rPr>
              <a:t>xxxxx</a:t>
            </a: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 value : message</a:t>
            </a:r>
          </a:p>
          <a:p>
            <a:pPr marL="0" marR="0" lvl="0" indent="0" algn="l" rtl="0">
              <a:spcBef>
                <a:spcPts val="0"/>
              </a:spcBef>
              <a:spcAft>
                <a:spcPts val="0"/>
              </a:spcAft>
              <a:buNone/>
            </a:pPr>
            <a:endPar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endParaRPr>
          </a:p>
          <a:p>
            <a:pPr marL="0" marR="0" lvl="0" indent="0" algn="l" rtl="0">
              <a:spcBef>
                <a:spcPts val="0"/>
              </a:spcBef>
              <a:spcAft>
                <a:spcPts val="0"/>
              </a:spcAft>
              <a:buNone/>
            </a:pP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Pull </a:t>
            </a:r>
            <a:r>
              <a:rPr lang="en-US" sz="2800" dirty="0" err="1">
                <a:solidFill>
                  <a:srgbClr val="222222"/>
                </a:solidFill>
                <a:latin typeface="Times New Roman" panose="02020603050405020304" pitchFamily="18" charset="0"/>
                <a:ea typeface="Times New Roman"/>
                <a:cs typeface="Times New Roman" panose="02020603050405020304" pitchFamily="18" charset="0"/>
                <a:sym typeface="Times New Roman"/>
              </a:rPr>
              <a:t>redis</a:t>
            </a: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 key: </a:t>
            </a:r>
            <a:r>
              <a:rPr lang="en-US" sz="2800" dirty="0" err="1">
                <a:solidFill>
                  <a:srgbClr val="222222"/>
                </a:solidFill>
                <a:latin typeface="Times New Roman" panose="02020603050405020304" pitchFamily="18" charset="0"/>
                <a:ea typeface="Times New Roman"/>
                <a:cs typeface="Times New Roman" panose="02020603050405020304" pitchFamily="18" charset="0"/>
                <a:sym typeface="Times New Roman"/>
              </a:rPr>
              <a:t>xxxxx_response</a:t>
            </a: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  : service </a:t>
            </a:r>
            <a:r>
              <a:rPr lang="en-US" sz="2800" dirty="0" err="1">
                <a:solidFill>
                  <a:srgbClr val="222222"/>
                </a:solidFill>
                <a:latin typeface="Times New Roman" panose="02020603050405020304" pitchFamily="18" charset="0"/>
                <a:ea typeface="Times New Roman"/>
                <a:cs typeface="Times New Roman" panose="02020603050405020304" pitchFamily="18" charset="0"/>
                <a:sym typeface="Times New Roman"/>
              </a:rPr>
              <a:t>sử</a:t>
            </a: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 </a:t>
            </a:r>
            <a:r>
              <a:rPr lang="en-US" sz="2800" dirty="0" err="1">
                <a:solidFill>
                  <a:srgbClr val="222222"/>
                </a:solidFill>
                <a:latin typeface="Times New Roman" panose="02020603050405020304" pitchFamily="18" charset="0"/>
                <a:ea typeface="Times New Roman"/>
                <a:cs typeface="Times New Roman" panose="02020603050405020304" pitchFamily="18" charset="0"/>
                <a:sym typeface="Times New Roman"/>
              </a:rPr>
              <a:t>lý</a:t>
            </a: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 business -&gt; key: </a:t>
            </a:r>
            <a:r>
              <a:rPr lang="en-US" sz="2800" dirty="0" err="1">
                <a:solidFill>
                  <a:srgbClr val="222222"/>
                </a:solidFill>
                <a:latin typeface="Times New Roman" panose="02020603050405020304" pitchFamily="18" charset="0"/>
                <a:ea typeface="Times New Roman"/>
                <a:cs typeface="Times New Roman" panose="02020603050405020304" pitchFamily="18" charset="0"/>
                <a:sym typeface="Times New Roman"/>
              </a:rPr>
              <a:t>xxxxx_response</a:t>
            </a:r>
            <a:r>
              <a:rPr lang="en-US" sz="2800" dirty="0">
                <a:solidFill>
                  <a:srgbClr val="222222"/>
                </a:solidFill>
                <a:latin typeface="Times New Roman" panose="02020603050405020304" pitchFamily="18" charset="0"/>
                <a:ea typeface="Times New Roman"/>
                <a:cs typeface="Times New Roman" panose="02020603050405020304" pitchFamily="18" charset="0"/>
                <a:sym typeface="Times New Roman"/>
              </a:rPr>
              <a:t>, value: message response</a:t>
            </a:r>
            <a:endParaRPr lang="vi-VN" sz="280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92733092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93"/>
                                        </p:tgtEl>
                                        <p:attrNameLst>
                                          <p:attrName>style.visibility</p:attrName>
                                        </p:attrNameLst>
                                      </p:cBhvr>
                                      <p:to>
                                        <p:strVal val="visible"/>
                                      </p:to>
                                    </p:set>
                                    <p:anim calcmode="lin" valueType="num">
                                      <p:cBhvr additive="base">
                                        <p:cTn id="7" dur="500"/>
                                        <p:tgtEl>
                                          <p:spTgt spid="193"/>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90"/>
                                        </p:tgtEl>
                                        <p:attrNameLst>
                                          <p:attrName>style.visibility</p:attrName>
                                        </p:attrNameLst>
                                      </p:cBhvr>
                                      <p:to>
                                        <p:strVal val="visible"/>
                                      </p:to>
                                    </p:set>
                                    <p:anim calcmode="lin" valueType="num">
                                      <p:cBhvr additive="base">
                                        <p:cTn id="10" dur="500"/>
                                        <p:tgtEl>
                                          <p:spTgt spid="19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1855</TotalTime>
  <Words>308</Words>
  <Application>Microsoft Office PowerPoint</Application>
  <PresentationFormat>Widescreen</PresentationFormat>
  <Paragraphs>40</Paragraphs>
  <Slides>9</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Calibri</vt:lpstr>
      <vt:lpstr>Wingdings 3</vt:lpstr>
      <vt:lpstr>Trebuchet MS</vt:lpstr>
      <vt:lpstr>Arial</vt:lpstr>
      <vt:lpstr>Impact</vt:lpstr>
      <vt:lpstr>Times New Roman</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Nguyễn Lộc</cp:lastModifiedBy>
  <cp:revision>27</cp:revision>
  <dcterms:created xsi:type="dcterms:W3CDTF">2020-08-07T13:14:06Z</dcterms:created>
  <dcterms:modified xsi:type="dcterms:W3CDTF">2024-11-19T15:13:30Z</dcterms:modified>
</cp:coreProperties>
</file>