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8"/>
  </p:notesMasterIdLst>
  <p:sldIdLst>
    <p:sldId id="263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71" d="100"/>
          <a:sy n="71" d="100"/>
        </p:scale>
        <p:origin x="76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B417B-1C0A-41AC-9DEE-5F67112F3676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BD5045-28B9-446E-90EA-52637E5D2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081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D5045-28B9-446E-90EA-52637E5D2E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33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45103D-FC3C-42F6-82A9-1DBFEA74179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944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45103D-FC3C-42F6-82A9-1DBFEA74179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11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45103D-FC3C-42F6-82A9-1DBFEA74179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318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45103D-FC3C-42F6-82A9-1DBFEA74179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807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EB2F-0FD5-453E-BEAF-D6FC2A053C6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B887A-CEE1-4F46-A032-514E9E2B8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799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EB2F-0FD5-453E-BEAF-D6FC2A053C6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B887A-CEE1-4F46-A032-514E9E2B8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347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EB2F-0FD5-453E-BEAF-D6FC2A053C6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B887A-CEE1-4F46-A032-514E9E2B8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299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EB2F-0FD5-453E-BEAF-D6FC2A053C6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B887A-CEE1-4F46-A032-514E9E2B8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889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EB2F-0FD5-453E-BEAF-D6FC2A053C6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B887A-CEE1-4F46-A032-514E9E2B8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622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EB2F-0FD5-453E-BEAF-D6FC2A053C6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B887A-CEE1-4F46-A032-514E9E2B8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261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EB2F-0FD5-453E-BEAF-D6FC2A053C6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B887A-CEE1-4F46-A032-514E9E2B8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480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EB2F-0FD5-453E-BEAF-D6FC2A053C6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B887A-CEE1-4F46-A032-514E9E2B8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702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EB2F-0FD5-453E-BEAF-D6FC2A053C6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B887A-CEE1-4F46-A032-514E9E2B8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93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EB2F-0FD5-453E-BEAF-D6FC2A053C6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B887A-CEE1-4F46-A032-514E9E2B8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998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EB2F-0FD5-453E-BEAF-D6FC2A053C6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B887A-CEE1-4F46-A032-514E9E2B8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786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CCEB2F-0FD5-453E-BEAF-D6FC2A053C6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AB887A-CEE1-4F46-A032-514E9E2B8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993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lstStyle/>
          <a:p>
            <a:pPr algn="ctr"/>
            <a:r>
              <a:rPr lang="en-US" dirty="0"/>
              <a:t>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1. </a:t>
            </a:r>
            <a:r>
              <a:rPr lang="en-US" dirty="0" err="1"/>
              <a:t>Authen_api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- Login</a:t>
            </a:r>
          </a:p>
          <a:p>
            <a:pPr marL="0" indent="0">
              <a:buNone/>
            </a:pPr>
            <a:r>
              <a:rPr lang="en-US" dirty="0"/>
              <a:t> - check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pw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đầu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- </a:t>
            </a:r>
            <a:r>
              <a:rPr lang="en-US" dirty="0" err="1"/>
              <a:t>changePW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- </a:t>
            </a:r>
            <a:r>
              <a:rPr lang="en-US" dirty="0" err="1"/>
              <a:t>resetPW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- </a:t>
            </a:r>
            <a:r>
              <a:rPr lang="en-US" dirty="0" err="1"/>
              <a:t>getOTP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- </a:t>
            </a:r>
            <a:r>
              <a:rPr lang="en-US" dirty="0" err="1"/>
              <a:t>confirmOTP</a:t>
            </a:r>
            <a:endParaRPr lang="en-US" dirty="0"/>
          </a:p>
          <a:p>
            <a:r>
              <a:rPr lang="en-US" dirty="0"/>
              <a:t>2. </a:t>
            </a:r>
            <a:r>
              <a:rPr lang="en-US" dirty="0" err="1"/>
              <a:t>CustInfo_api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-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CIF</a:t>
            </a:r>
          </a:p>
          <a:p>
            <a:endParaRPr lang="en-US" dirty="0"/>
          </a:p>
          <a:p>
            <a:r>
              <a:rPr lang="en-US" dirty="0"/>
              <a:t>3. </a:t>
            </a:r>
            <a:r>
              <a:rPr lang="en-US" dirty="0" err="1"/>
              <a:t>Account_api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- Truy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khoản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- Truy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phí</a:t>
            </a:r>
            <a:r>
              <a:rPr lang="en-US" dirty="0"/>
              <a:t> giao </a:t>
            </a:r>
            <a:r>
              <a:rPr lang="en-US" dirty="0" err="1"/>
              <a:t>dịch</a:t>
            </a:r>
            <a:endParaRPr lang="en-US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4. </a:t>
            </a:r>
            <a:r>
              <a:rPr lang="en-US" dirty="0" err="1"/>
              <a:t>Ebank_api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- Truy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Ebank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KH</a:t>
            </a:r>
          </a:p>
          <a:p>
            <a:endParaRPr lang="en-US" dirty="0"/>
          </a:p>
          <a:p>
            <a:r>
              <a:rPr lang="en-US" dirty="0"/>
              <a:t>5. </a:t>
            </a:r>
            <a:r>
              <a:rPr lang="en-US" dirty="0" err="1"/>
              <a:t>Fundtransfer_api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- FT </a:t>
            </a:r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bộ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- FT </a:t>
            </a:r>
            <a:r>
              <a:rPr lang="en-US" dirty="0" err="1"/>
              <a:t>nhanh</a:t>
            </a:r>
            <a:r>
              <a:rPr lang="en-US" dirty="0"/>
              <a:t> 247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6. T24Util_api (</a:t>
            </a:r>
            <a:r>
              <a:rPr lang="en-US" dirty="0" err="1"/>
              <a:t>api</a:t>
            </a:r>
            <a:r>
              <a:rPr lang="en-US" dirty="0"/>
              <a:t> </a:t>
            </a:r>
            <a:r>
              <a:rPr lang="en-US" dirty="0" err="1"/>
              <a:t>trao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core-banking ~ adapter)</a:t>
            </a:r>
          </a:p>
          <a:p>
            <a:endParaRPr lang="en-US" dirty="0"/>
          </a:p>
          <a:p>
            <a:r>
              <a:rPr lang="en-US" dirty="0"/>
              <a:t>7. </a:t>
            </a:r>
            <a:r>
              <a:rPr lang="en-US" dirty="0" err="1"/>
              <a:t>Utility_api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- Truy </a:t>
            </a:r>
            <a:r>
              <a:rPr lang="en-US" dirty="0" err="1"/>
              <a:t>vấn</a:t>
            </a:r>
            <a:r>
              <a:rPr lang="en-US" dirty="0"/>
              <a:t> DS </a:t>
            </a:r>
            <a:r>
              <a:rPr lang="en-US" dirty="0" err="1"/>
              <a:t>ngân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, chi </a:t>
            </a:r>
            <a:r>
              <a:rPr lang="en-US" dirty="0" err="1"/>
              <a:t>nhánh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- Truy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tỉnh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, </a:t>
            </a:r>
            <a:r>
              <a:rPr lang="en-US" dirty="0" err="1"/>
              <a:t>quận</a:t>
            </a:r>
            <a:r>
              <a:rPr lang="en-US" dirty="0"/>
              <a:t> </a:t>
            </a:r>
            <a:r>
              <a:rPr lang="en-US" dirty="0" err="1"/>
              <a:t>huyện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8. </a:t>
            </a:r>
            <a:r>
              <a:rPr lang="en-US" dirty="0" err="1"/>
              <a:t>Notify_api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- Notify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dư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- Notify OTP, </a:t>
            </a:r>
            <a:r>
              <a:rPr lang="en-US" dirty="0" err="1"/>
              <a:t>vv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75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FUND TRANSFER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78363" y="1905000"/>
            <a:ext cx="4430434" cy="377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877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5193" y="409798"/>
            <a:ext cx="8911687" cy="1280890"/>
          </a:xfr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INTERNET BANKING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59163" y="1690688"/>
            <a:ext cx="685856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342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0798" y="409798"/>
            <a:ext cx="8911687" cy="1280890"/>
          </a:xfr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ACCOUNT</a:t>
            </a:r>
          </a:p>
        </p:txBody>
      </p:sp>
      <p:pic>
        <p:nvPicPr>
          <p:cNvPr id="4" name="Content Placeholder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52450" y="1690687"/>
            <a:ext cx="6270130" cy="407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432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0925" y="700310"/>
            <a:ext cx="8911687" cy="128089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CUSTOMER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2931" y="1981200"/>
            <a:ext cx="7627674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629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ee7d2db8-e84f-4c9c-a400-da572860bdfa" origin="defaultValue"/>
</file>

<file path=customXml/itemProps1.xml><?xml version="1.0" encoding="utf-8"?>
<ds:datastoreItem xmlns:ds="http://schemas.openxmlformats.org/officeDocument/2006/customXml" ds:itemID="{D3320823-1BEA-4A2D-BDFC-EE559BE2EF52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158</Words>
  <Application>Microsoft Office PowerPoint</Application>
  <PresentationFormat>Widescreen</PresentationFormat>
  <Paragraphs>39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TASK</vt:lpstr>
      <vt:lpstr>FUND TRANSFER</vt:lpstr>
      <vt:lpstr>INTERNET BANKING</vt:lpstr>
      <vt:lpstr>ACCOUNT</vt:lpstr>
      <vt:lpstr>CUSTOMER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Phai Vu Van (Khoi CNNH So)</dc:creator>
  <cp:lastModifiedBy>Nguyễn Lộc</cp:lastModifiedBy>
  <cp:revision>4</cp:revision>
  <dcterms:created xsi:type="dcterms:W3CDTF">2024-11-27T07:50:35Z</dcterms:created>
  <dcterms:modified xsi:type="dcterms:W3CDTF">2024-12-03T15:41:11Z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ab10f03b-23e5-4860-98b9-f4cca313bd64</vt:lpwstr>
  </property>
  <property fmtid="{D5CDD505-2E9C-101B-9397-08002B2CF9AE}" pid="3" name="bjDocumentSecurityLabel">
    <vt:lpwstr>This item has no classification</vt:lpwstr>
  </property>
  <property fmtid="{D5CDD505-2E9C-101B-9397-08002B2CF9AE}" pid="4" name="bjClsUserRVM">
    <vt:lpwstr>[]</vt:lpwstr>
  </property>
  <property fmtid="{D5CDD505-2E9C-101B-9397-08002B2CF9AE}" pid="5" name="bjSaver">
    <vt:lpwstr>3Lkby1vfsrtESNKHS0MH2ekHVvoGfJzH</vt:lpwstr>
  </property>
</Properties>
</file>